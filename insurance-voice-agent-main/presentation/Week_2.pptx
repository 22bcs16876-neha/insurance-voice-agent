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47" r:id="rId2"/>
    <p:sldMasterId id="2147483791" r:id="rId3"/>
  </p:sldMasterIdLst>
  <p:notesMasterIdLst>
    <p:notesMasterId r:id="rId20"/>
  </p:notesMasterIdLst>
  <p:sldIdLst>
    <p:sldId id="2147483155" r:id="rId4"/>
    <p:sldId id="256" r:id="rId5"/>
    <p:sldId id="257" r:id="rId6"/>
    <p:sldId id="258" r:id="rId7"/>
    <p:sldId id="259" r:id="rId8"/>
    <p:sldId id="2147483158" r:id="rId9"/>
    <p:sldId id="2147483159" r:id="rId10"/>
    <p:sldId id="2147483160" r:id="rId11"/>
    <p:sldId id="260" r:id="rId12"/>
    <p:sldId id="261" r:id="rId13"/>
    <p:sldId id="262" r:id="rId14"/>
    <p:sldId id="263" r:id="rId15"/>
    <p:sldId id="264" r:id="rId16"/>
    <p:sldId id="265" r:id="rId17"/>
    <p:sldId id="267" r:id="rId18"/>
    <p:sldId id="214748315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2 Slides" id="{1A4F7501-02CE-4BDC-8D05-45714E272B7F}">
          <p14:sldIdLst>
            <p14:sldId id="2147483155"/>
            <p14:sldId id="256"/>
            <p14:sldId id="257"/>
            <p14:sldId id="258"/>
            <p14:sldId id="259"/>
            <p14:sldId id="2147483158"/>
            <p14:sldId id="2147483159"/>
            <p14:sldId id="2147483160"/>
            <p14:sldId id="260"/>
            <p14:sldId id="261"/>
            <p14:sldId id="262"/>
            <p14:sldId id="263"/>
            <p14:sldId id="264"/>
            <p14:sldId id="265"/>
            <p14:sldId id="267"/>
            <p14:sldId id="2147483156"/>
          </p14:sldIdLst>
        </p14:section>
        <p14:section name="Q1 Slides" id="{64C0F0F4-0265-479A-98B9-1095193BCE1A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EC7302-051D-1DB9-9667-5E974E117C90}" name="Isha Gaur" initials="" userId="S::Isha211056@exlservice.com::7418a1b1-be98-4564-bebc-6908d1574097" providerId="AD"/>
  <p188:author id="{5E0AC705-D080-0238-C56E-2F5209E85F32}" name="Radha Singh" initials="" userId="S::Radha256653@exlservice.com::3461f435-9ae9-4ac8-bad8-fe40e76fa3c9" providerId="AD"/>
  <p188:author id="{5BE76915-89E0-9EC2-42EE-ABA1D765B799}" name="Bharadwaj KVK" initials="BK" userId="S::Bharadwaj261456@exlservice.com::3f1b1379-a26f-466c-a832-d66efde764b2" providerId="AD"/>
  <p188:author id="{31BFD146-F84A-A497-8560-5CA57EEA9073}" name="Geoffrey Doran" initials="" userId="S::Geoffrey286823@exlservice.com::d23026e2-5bc0-423b-a64f-c2630502d911" providerId="AD"/>
  <p188:author id="{B4BED979-528B-0CEF-855E-98018209D46F}" name="Geoffrey Doran" initials="GD" userId="S::geoffrey286823@exlservice.com::d23026e2-5bc0-423b-a64f-c2630502d911" providerId="AD"/>
  <p188:author id="{A9CD28B0-81D4-E73C-C29A-A33F3AE36804}" name="Gary Ruffinelli" initials="" userId="S::GARY239517@exlservice.com::b5d0099b-45c0-46ee-b7ef-98b4de95f74e" providerId="AD"/>
  <p188:author id="{297C7BC3-8378-E954-3860-5E2B6AF5571F}" name="Sanjay Pathak" initials="" userId="S::Sanjay44290@exlservice.com::0b39d3db-de7b-4a61-ba48-333c473b7c15" providerId="AD"/>
  <p188:author id="{3EDABDDD-3E06-6845-A12A-F3FC02FA7B7F}" name="Ankush Jain" initials="" userId="S::Ankush101395@exlservice.com::b4562018-deb5-43ff-b468-ef605061de3e" providerId="AD"/>
  <p188:author id="{006EF5E9-0D57-843E-85DC-306C6896B1DC}" name="Birendra Kumar Singh" initials="BS" userId="S::Birendra46918@exlservice.com::1fdcfc3f-62d5-4a89-aa16-bb3a787e109c" providerId="AD"/>
  <p188:author id="{3B9ADBF1-C488-3904-92B9-A83E0CBE5511}" name="Sachin Kumar" initials="" userId="S::Sachin76110@exlservice.com::02f967cb-4180-49bf-a49b-0103e23c765b" providerId="AD"/>
  <p188:author id="{0CD4FDF3-978D-7D62-6FC6-FFB8A4FC9FB1}" name="Ankush Hora" initials="" userId="S::Ankush134427@exlservice.com::ed103a70-61f5-44b2-83c9-a9ed46f4b346" providerId="AD"/>
  <p188:author id="{C62070FA-BB92-9613-C8E9-74E76697E81B}" name="Sonu Bandhan" initials="SB" userId="S::Sonu242730@exlservice.com::5e9f628c-fe68-46a4-9b5d-6a36b35d24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CDD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9EDBA-907E-9577-D802-CA26D81F98B2}" v="14" dt="2026-07-06T08:02:32.588"/>
    <p1510:client id="{8757498D-4970-2EFD-E513-B864ED402036}" v="4" dt="2026-07-06T07:49:29.424"/>
    <p1510:client id="{9394A133-40EB-0FAF-6883-A631E57F9AA9}" v="6" dt="2026-07-06T08:35:32.181"/>
    <p1510:client id="{AA4E5F5D-3A0A-4035-945A-33DDA88B313F}" v="727" dt="2026-07-06T09:14:04.547"/>
    <p1510:client id="{B786F556-B945-ABDD-37DB-CF20F1678DE3}" v="25" dt="2026-07-06T07:19:48.034"/>
    <p1510:client id="{CD3ACFE5-1323-9115-C52C-2AD99F27FCF7}" v="3" dt="2026-07-06T09:14:03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skriti Shrey" userId="S::ex_sanskritis@exlservice.com::e5ad8bcf-1d21-4537-8364-4875288ef7b1" providerId="AD" clId="Web-{B786F556-B945-ABDD-37DB-CF20F1678DE3}"/>
    <pc:docChg chg="modSld">
      <pc:chgData name="Sanskriti Shrey" userId="S::ex_sanskritis@exlservice.com::e5ad8bcf-1d21-4537-8364-4875288ef7b1" providerId="AD" clId="Web-{B786F556-B945-ABDD-37DB-CF20F1678DE3}" dt="2026-07-06T07:19:48.034" v="24" actId="20577"/>
      <pc:docMkLst>
        <pc:docMk/>
      </pc:docMkLst>
      <pc:sldChg chg="modSp">
        <pc:chgData name="Sanskriti Shrey" userId="S::ex_sanskritis@exlservice.com::e5ad8bcf-1d21-4537-8364-4875288ef7b1" providerId="AD" clId="Web-{B786F556-B945-ABDD-37DB-CF20F1678DE3}" dt="2026-07-06T07:19:48.034" v="24" actId="20577"/>
        <pc:sldMkLst>
          <pc:docMk/>
          <pc:sldMk cId="0" sldId="266"/>
        </pc:sldMkLst>
        <pc:spChg chg="mod">
          <ac:chgData name="Sanskriti Shrey" userId="S::ex_sanskritis@exlservice.com::e5ad8bcf-1d21-4537-8364-4875288ef7b1" providerId="AD" clId="Web-{B786F556-B945-ABDD-37DB-CF20F1678DE3}" dt="2026-07-06T07:19:48.034" v="24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">
        <pc:chgData name="Sanskriti Shrey" userId="S::ex_sanskritis@exlservice.com::e5ad8bcf-1d21-4537-8364-4875288ef7b1" providerId="AD" clId="Web-{B786F556-B945-ABDD-37DB-CF20F1678DE3}" dt="2026-07-06T07:19:30.049" v="22" actId="20577"/>
        <pc:sldMkLst>
          <pc:docMk/>
          <pc:sldMk cId="2365327040" sldId="2147483155"/>
        </pc:sldMkLst>
        <pc:spChg chg="mod">
          <ac:chgData name="Sanskriti Shrey" userId="S::ex_sanskritis@exlservice.com::e5ad8bcf-1d21-4537-8364-4875288ef7b1" providerId="AD" clId="Web-{B786F556-B945-ABDD-37DB-CF20F1678DE3}" dt="2026-07-06T07:19:30.049" v="22" actId="20577"/>
          <ac:spMkLst>
            <pc:docMk/>
            <pc:sldMk cId="2365327040" sldId="2147483155"/>
            <ac:spMk id="24" creationId="{00000000-0000-0000-0000-000000000000}"/>
          </ac:spMkLst>
        </pc:spChg>
      </pc:sldChg>
    </pc:docChg>
  </pc:docChgLst>
  <pc:docChgLst>
    <pc:chgData name="Sanskriti Shrey" userId="S::ex_sanskritis@exlservice.com::e5ad8bcf-1d21-4537-8364-4875288ef7b1" providerId="AD" clId="Web-{8757498D-4970-2EFD-E513-B864ED402036}"/>
    <pc:docChg chg="modSld">
      <pc:chgData name="Sanskriti Shrey" userId="S::ex_sanskritis@exlservice.com::e5ad8bcf-1d21-4537-8364-4875288ef7b1" providerId="AD" clId="Web-{8757498D-4970-2EFD-E513-B864ED402036}" dt="2026-07-06T07:49:29.424" v="3" actId="20577"/>
      <pc:docMkLst>
        <pc:docMk/>
      </pc:docMkLst>
      <pc:sldChg chg="modSp">
        <pc:chgData name="Sanskriti Shrey" userId="S::ex_sanskritis@exlservice.com::e5ad8bcf-1d21-4537-8364-4875288ef7b1" providerId="AD" clId="Web-{8757498D-4970-2EFD-E513-B864ED402036}" dt="2026-07-06T07:49:29.424" v="3" actId="20577"/>
        <pc:sldMkLst>
          <pc:docMk/>
          <pc:sldMk cId="0" sldId="263"/>
        </pc:sldMkLst>
        <pc:spChg chg="mod">
          <ac:chgData name="Sanskriti Shrey" userId="S::ex_sanskritis@exlservice.com::e5ad8bcf-1d21-4537-8364-4875288ef7b1" providerId="AD" clId="Web-{8757498D-4970-2EFD-E513-B864ED402036}" dt="2026-07-06T07:49:25.987" v="1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anskriti Shrey" userId="S::ex_sanskritis@exlservice.com::e5ad8bcf-1d21-4537-8364-4875288ef7b1" providerId="AD" clId="Web-{8757498D-4970-2EFD-E513-B864ED402036}" dt="2026-07-06T07:49:29.424" v="3" actId="20577"/>
          <ac:spMkLst>
            <pc:docMk/>
            <pc:sldMk cId="0" sldId="263"/>
            <ac:spMk id="18" creationId="{00000000-0000-0000-0000-000000000000}"/>
          </ac:spMkLst>
        </pc:spChg>
      </pc:sldChg>
    </pc:docChg>
  </pc:docChgLst>
  <pc:docChgLst>
    <pc:chgData name="Harshita Kaur" userId="S::ex_harshitak@exlservice.com::aebb585b-953b-4131-8a4d-ab2ea62b45fd" providerId="AD" clId="Web-{CD3ACFE5-1323-9115-C52C-2AD99F27FCF7}"/>
    <pc:docChg chg="sldOrd">
      <pc:chgData name="Harshita Kaur" userId="S::ex_harshitak@exlservice.com::aebb585b-953b-4131-8a4d-ab2ea62b45fd" providerId="AD" clId="Web-{CD3ACFE5-1323-9115-C52C-2AD99F27FCF7}" dt="2026-07-06T09:14:03.936" v="2"/>
      <pc:docMkLst>
        <pc:docMk/>
      </pc:docMkLst>
      <pc:sldChg chg="ord">
        <pc:chgData name="Harshita Kaur" userId="S::ex_harshitak@exlservice.com::aebb585b-953b-4131-8a4d-ab2ea62b45fd" providerId="AD" clId="Web-{CD3ACFE5-1323-9115-C52C-2AD99F27FCF7}" dt="2026-07-06T09:13:59.639" v="1"/>
        <pc:sldMkLst>
          <pc:docMk/>
          <pc:sldMk cId="1096997739" sldId="2147483159"/>
        </pc:sldMkLst>
      </pc:sldChg>
      <pc:sldChg chg="ord">
        <pc:chgData name="Harshita Kaur" userId="S::ex_harshitak@exlservice.com::aebb585b-953b-4131-8a4d-ab2ea62b45fd" providerId="AD" clId="Web-{CD3ACFE5-1323-9115-C52C-2AD99F27FCF7}" dt="2026-07-06T09:14:03.936" v="2"/>
        <pc:sldMkLst>
          <pc:docMk/>
          <pc:sldMk cId="3133256887" sldId="2147483160"/>
        </pc:sldMkLst>
      </pc:sldChg>
    </pc:docChg>
  </pc:docChgLst>
  <pc:docChgLst>
    <pc:chgData name="Sanskriti Shrey" userId="S::ex_sanskritis@exlservice.com::e5ad8bcf-1d21-4537-8364-4875288ef7b1" providerId="AD" clId="Web-{9394A133-40EB-0FAF-6883-A631E57F9AA9}"/>
    <pc:docChg chg="modSld sldOrd">
      <pc:chgData name="Sanskriti Shrey" userId="S::ex_sanskritis@exlservice.com::e5ad8bcf-1d21-4537-8364-4875288ef7b1" providerId="AD" clId="Web-{9394A133-40EB-0FAF-6883-A631E57F9AA9}" dt="2026-07-06T08:35:32.181" v="5"/>
      <pc:docMkLst>
        <pc:docMk/>
      </pc:docMkLst>
      <pc:sldChg chg="ord">
        <pc:chgData name="Sanskriti Shrey" userId="S::ex_sanskritis@exlservice.com::e5ad8bcf-1d21-4537-8364-4875288ef7b1" providerId="AD" clId="Web-{9394A133-40EB-0FAF-6883-A631E57F9AA9}" dt="2026-07-06T08:35:32.181" v="5"/>
        <pc:sldMkLst>
          <pc:docMk/>
          <pc:sldMk cId="0" sldId="257"/>
        </pc:sldMkLst>
      </pc:sldChg>
      <pc:sldChg chg="ord">
        <pc:chgData name="Sanskriti Shrey" userId="S::ex_sanskritis@exlservice.com::e5ad8bcf-1d21-4537-8364-4875288ef7b1" providerId="AD" clId="Web-{9394A133-40EB-0FAF-6883-A631E57F9AA9}" dt="2026-07-06T08:35:23.978" v="4"/>
        <pc:sldMkLst>
          <pc:docMk/>
          <pc:sldMk cId="0" sldId="258"/>
        </pc:sldMkLst>
      </pc:sldChg>
      <pc:sldChg chg="modSp">
        <pc:chgData name="Sanskriti Shrey" userId="S::ex_sanskritis@exlservice.com::e5ad8bcf-1d21-4537-8364-4875288ef7b1" providerId="AD" clId="Web-{9394A133-40EB-0FAF-6883-A631E57F9AA9}" dt="2026-07-06T08:34:56.976" v="3" actId="20577"/>
        <pc:sldMkLst>
          <pc:docMk/>
          <pc:sldMk cId="0" sldId="263"/>
        </pc:sldMkLst>
        <pc:spChg chg="mod">
          <ac:chgData name="Sanskriti Shrey" userId="S::ex_sanskritis@exlservice.com::e5ad8bcf-1d21-4537-8364-4875288ef7b1" providerId="AD" clId="Web-{9394A133-40EB-0FAF-6883-A631E57F9AA9}" dt="2026-07-06T08:34:54.023" v="1" actId="20577"/>
          <ac:spMkLst>
            <pc:docMk/>
            <pc:sldMk cId="0" sldId="263"/>
            <ac:spMk id="4" creationId="{6B21E020-D9D4-364A-A0A1-1D6268F98C01}"/>
          </ac:spMkLst>
        </pc:spChg>
        <pc:spChg chg="mod">
          <ac:chgData name="Sanskriti Shrey" userId="S::ex_sanskritis@exlservice.com::e5ad8bcf-1d21-4537-8364-4875288ef7b1" providerId="AD" clId="Web-{9394A133-40EB-0FAF-6883-A631E57F9AA9}" dt="2026-07-06T08:34:56.976" v="3" actId="20577"/>
          <ac:spMkLst>
            <pc:docMk/>
            <pc:sldMk cId="0" sldId="263"/>
            <ac:spMk id="17" creationId="{00000000-0000-0000-0000-000000000000}"/>
          </ac:spMkLst>
        </pc:spChg>
      </pc:sldChg>
    </pc:docChg>
  </pc:docChgLst>
  <pc:docChgLst>
    <pc:chgData name="Sanskriti Shrey" userId="S::ex_sanskritis@exlservice.com::e5ad8bcf-1d21-4537-8364-4875288ef7b1" providerId="AD" clId="Web-{4149EDBA-907E-9577-D802-CA26D81F98B2}"/>
    <pc:docChg chg="modSld">
      <pc:chgData name="Sanskriti Shrey" userId="S::ex_sanskritis@exlservice.com::e5ad8bcf-1d21-4537-8364-4875288ef7b1" providerId="AD" clId="Web-{4149EDBA-907E-9577-D802-CA26D81F98B2}" dt="2026-07-06T08:02:32.588" v="13" actId="20577"/>
      <pc:docMkLst>
        <pc:docMk/>
      </pc:docMkLst>
      <pc:sldChg chg="addSp delSp modSp">
        <pc:chgData name="Sanskriti Shrey" userId="S::ex_sanskritis@exlservice.com::e5ad8bcf-1d21-4537-8364-4875288ef7b1" providerId="AD" clId="Web-{4149EDBA-907E-9577-D802-CA26D81F98B2}" dt="2026-07-06T08:02:32.588" v="13" actId="20577"/>
        <pc:sldMkLst>
          <pc:docMk/>
          <pc:sldMk cId="0" sldId="263"/>
        </pc:sldMkLst>
        <pc:spChg chg="add mod">
          <ac:chgData name="Sanskriti Shrey" userId="S::ex_sanskritis@exlservice.com::e5ad8bcf-1d21-4537-8364-4875288ef7b1" providerId="AD" clId="Web-{4149EDBA-907E-9577-D802-CA26D81F98B2}" dt="2026-07-06T08:02:32.588" v="13" actId="20577"/>
          <ac:spMkLst>
            <pc:docMk/>
            <pc:sldMk cId="0" sldId="263"/>
            <ac:spMk id="4" creationId="{6B21E020-D9D4-364A-A0A1-1D6268F98C01}"/>
          </ac:spMkLst>
        </pc:spChg>
        <pc:spChg chg="mod">
          <ac:chgData name="Sanskriti Shrey" userId="S::ex_sanskritis@exlservice.com::e5ad8bcf-1d21-4537-8364-4875288ef7b1" providerId="AD" clId="Web-{4149EDBA-907E-9577-D802-CA26D81F98B2}" dt="2026-07-06T08:02:10.805" v="5" actId="20577"/>
          <ac:spMkLst>
            <pc:docMk/>
            <pc:sldMk cId="0" sldId="263"/>
            <ac:spMk id="17" creationId="{00000000-0000-0000-0000-000000000000}"/>
          </ac:spMkLst>
        </pc:spChg>
        <pc:spChg chg="del mod">
          <ac:chgData name="Sanskriti Shrey" userId="S::ex_sanskritis@exlservice.com::e5ad8bcf-1d21-4537-8364-4875288ef7b1" providerId="AD" clId="Web-{4149EDBA-907E-9577-D802-CA26D81F98B2}" dt="2026-07-06T08:02:12.681" v="6"/>
          <ac:spMkLst>
            <pc:docMk/>
            <pc:sldMk cId="0" sldId="263"/>
            <ac:spMk id="18" creationId="{00000000-0000-0000-0000-000000000000}"/>
          </ac:spMkLst>
        </pc:spChg>
      </pc:sldChg>
    </pc:docChg>
  </pc:docChgLst>
  <pc:docChgLst>
    <pc:chgData name="Riya Kungotra" userId="7c9c7ddc-2f57-406a-88e0-7a8bb1c06149" providerId="ADAL" clId="{6B66ED76-6637-4546-912D-586A303A210C}"/>
    <pc:docChg chg="undo custSel addSld delSld modSld sldOrd modSection">
      <pc:chgData name="Riya Kungotra" userId="7c9c7ddc-2f57-406a-88e0-7a8bb1c06149" providerId="ADAL" clId="{6B66ED76-6637-4546-912D-586A303A210C}" dt="2026-07-06T09:14:04.547" v="717"/>
      <pc:docMkLst>
        <pc:docMk/>
      </pc:docMkLst>
      <pc:sldChg chg="addSp modSp mod modClrScheme chgLayout">
        <pc:chgData name="Riya Kungotra" userId="7c9c7ddc-2f57-406a-88e0-7a8bb1c06149" providerId="ADAL" clId="{6B66ED76-6637-4546-912D-586A303A210C}" dt="2026-07-06T07:52:00.815" v="271" actId="27636"/>
        <pc:sldMkLst>
          <pc:docMk/>
          <pc:sldMk cId="0" sldId="256"/>
        </pc:sldMkLst>
        <pc:spChg chg="mod">
          <ac:chgData name="Riya Kungotra" userId="7c9c7ddc-2f57-406a-88e0-7a8bb1c06149" providerId="ADAL" clId="{6B66ED76-6637-4546-912D-586A303A210C}" dt="2026-07-06T07:11:22.452" v="1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ya Kungotra" userId="7c9c7ddc-2f57-406a-88e0-7a8bb1c06149" providerId="ADAL" clId="{6B66ED76-6637-4546-912D-586A303A210C}" dt="2026-07-06T07:52:00.815" v="271" actId="27636"/>
          <ac:spMkLst>
            <pc:docMk/>
            <pc:sldMk cId="0" sldId="256"/>
            <ac:spMk id="11" creationId="{00000000-0000-0000-0000-000000000000}"/>
          </ac:spMkLst>
        </pc:spChg>
        <pc:picChg chg="add mod modCrop">
          <ac:chgData name="Riya Kungotra" userId="7c9c7ddc-2f57-406a-88e0-7a8bb1c06149" providerId="ADAL" clId="{6B66ED76-6637-4546-912D-586A303A210C}" dt="2026-07-06T07:11:27.827" v="12" actId="1076"/>
          <ac:picMkLst>
            <pc:docMk/>
            <pc:sldMk cId="0" sldId="256"/>
            <ac:picMk id="4" creationId="{C21AF477-9F69-321A-E6DD-CCDED8ED224B}"/>
          </ac:picMkLst>
        </pc:picChg>
      </pc:sldChg>
      <pc:sldChg chg="addSp delSp modSp mod modClrScheme chgLayout">
        <pc:chgData name="Riya Kungotra" userId="7c9c7ddc-2f57-406a-88e0-7a8bb1c06149" providerId="ADAL" clId="{6B66ED76-6637-4546-912D-586A303A210C}" dt="2026-07-06T08:57:50.736" v="662" actId="20577"/>
        <pc:sldMkLst>
          <pc:docMk/>
          <pc:sldMk cId="0" sldId="257"/>
        </pc:sldMkLst>
        <pc:spChg chg="mod">
          <ac:chgData name="Riya Kungotra" userId="7c9c7ddc-2f57-406a-88e0-7a8bb1c06149" providerId="ADAL" clId="{6B66ED76-6637-4546-912D-586A303A210C}" dt="2026-07-06T07:15:55.041" v="31" actId="113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12:42.644" v="17" actId="26606"/>
          <ac:spMkLst>
            <pc:docMk/>
            <pc:sldMk cId="0" sldId="257"/>
            <ac:spMk id="11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12:34.828" v="14" actId="26606"/>
          <ac:spMkLst>
            <pc:docMk/>
            <pc:sldMk cId="0" sldId="257"/>
            <ac:spMk id="16" creationId="{E977B9C8-9654-035E-841D-0FF194C390A6}"/>
          </ac:spMkLst>
        </pc:spChg>
        <pc:spChg chg="add del mod">
          <ac:chgData name="Riya Kungotra" userId="7c9c7ddc-2f57-406a-88e0-7a8bb1c06149" providerId="ADAL" clId="{6B66ED76-6637-4546-912D-586A303A210C}" dt="2026-07-06T07:12:42.621" v="16" actId="26606"/>
          <ac:spMkLst>
            <pc:docMk/>
            <pc:sldMk cId="0" sldId="257"/>
            <ac:spMk id="17" creationId="{6B9212F5-959E-A584-AA61-B7A73E70AFD4}"/>
          </ac:spMkLst>
        </pc:spChg>
        <pc:spChg chg="add del mod">
          <ac:chgData name="Riya Kungotra" userId="7c9c7ddc-2f57-406a-88e0-7a8bb1c06149" providerId="ADAL" clId="{6B66ED76-6637-4546-912D-586A303A210C}" dt="2026-07-06T07:12:42.621" v="16" actId="26606"/>
          <ac:spMkLst>
            <pc:docMk/>
            <pc:sldMk cId="0" sldId="257"/>
            <ac:spMk id="19" creationId="{8A30E3F8-8244-5C69-2D62-0C2803AD5C2A}"/>
          </ac:spMkLst>
        </pc:spChg>
        <pc:spChg chg="add del mod">
          <ac:chgData name="Riya Kungotra" userId="7c9c7ddc-2f57-406a-88e0-7a8bb1c06149" providerId="ADAL" clId="{6B66ED76-6637-4546-912D-586A303A210C}" dt="2026-07-06T07:12:42.621" v="16" actId="26606"/>
          <ac:spMkLst>
            <pc:docMk/>
            <pc:sldMk cId="0" sldId="257"/>
            <ac:spMk id="21" creationId="{3B63DBA8-CB91-2D15-3682-76A3E5F27242}"/>
          </ac:spMkLst>
        </pc:spChg>
        <pc:spChg chg="add del mod">
          <ac:chgData name="Riya Kungotra" userId="7c9c7ddc-2f57-406a-88e0-7a8bb1c06149" providerId="ADAL" clId="{6B66ED76-6637-4546-912D-586A303A210C}" dt="2026-07-06T07:12:42.621" v="16" actId="26606"/>
          <ac:spMkLst>
            <pc:docMk/>
            <pc:sldMk cId="0" sldId="257"/>
            <ac:spMk id="23" creationId="{546746DE-DF08-4221-2F0C-80B7D3CEA4A4}"/>
          </ac:spMkLst>
        </pc:spChg>
        <pc:spChg chg="add del mod">
          <ac:chgData name="Riya Kungotra" userId="7c9c7ddc-2f57-406a-88e0-7a8bb1c06149" providerId="ADAL" clId="{6B66ED76-6637-4546-912D-586A303A210C}" dt="2026-07-06T07:12:42.621" v="16" actId="26606"/>
          <ac:spMkLst>
            <pc:docMk/>
            <pc:sldMk cId="0" sldId="257"/>
            <ac:spMk id="25" creationId="{02ACDFCD-2A71-DE49-A048-F2BDDD2158CB}"/>
          </ac:spMkLst>
        </pc:spChg>
        <pc:spChg chg="add mod">
          <ac:chgData name="Riya Kungotra" userId="7c9c7ddc-2f57-406a-88e0-7a8bb1c06149" providerId="ADAL" clId="{6B66ED76-6637-4546-912D-586A303A210C}" dt="2026-07-06T08:57:50.736" v="662" actId="20577"/>
          <ac:spMkLst>
            <pc:docMk/>
            <pc:sldMk cId="0" sldId="257"/>
            <ac:spMk id="27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15:12.134" v="22" actId="478"/>
          <ac:spMkLst>
            <pc:docMk/>
            <pc:sldMk cId="0" sldId="257"/>
            <ac:spMk id="28" creationId="{E977B9C8-9654-035E-841D-0FF194C390A6}"/>
          </ac:spMkLst>
        </pc:spChg>
        <pc:graphicFrameChg chg="add del">
          <ac:chgData name="Riya Kungotra" userId="7c9c7ddc-2f57-406a-88e0-7a8bb1c06149" providerId="ADAL" clId="{6B66ED76-6637-4546-912D-586A303A210C}" dt="2026-07-06T07:12:42.621" v="16" actId="26606"/>
          <ac:graphicFrameMkLst>
            <pc:docMk/>
            <pc:sldMk cId="0" sldId="257"/>
            <ac:graphicFrameMk id="13" creationId="{156B3BE0-CDBA-5601-10D2-788A59A7D824}"/>
          </ac:graphicFrameMkLst>
        </pc:graphicFrameChg>
        <pc:picChg chg="add mod">
          <ac:chgData name="Riya Kungotra" userId="7c9c7ddc-2f57-406a-88e0-7a8bb1c06149" providerId="ADAL" clId="{6B66ED76-6637-4546-912D-586A303A210C}" dt="2026-07-06T07:15:37.824" v="29" actId="1076"/>
          <ac:picMkLst>
            <pc:docMk/>
            <pc:sldMk cId="0" sldId="257"/>
            <ac:picMk id="1026" creationId="{35D2DFB7-704B-38BF-FB02-8A57A8407167}"/>
          </ac:picMkLst>
        </pc:picChg>
      </pc:sldChg>
      <pc:sldChg chg="addSp delSp modSp mod chgLayout">
        <pc:chgData name="Riya Kungotra" userId="7c9c7ddc-2f57-406a-88e0-7a8bb1c06149" providerId="ADAL" clId="{6B66ED76-6637-4546-912D-586A303A210C}" dt="2026-07-06T08:59:07.783" v="690" actId="20577"/>
        <pc:sldMkLst>
          <pc:docMk/>
          <pc:sldMk cId="0" sldId="258"/>
        </pc:sldMkLst>
        <pc:spChg chg="mod ord">
          <ac:chgData name="Riya Kungotra" userId="7c9c7ddc-2f57-406a-88e0-7a8bb1c06149" providerId="ADAL" clId="{6B66ED76-6637-4546-912D-586A303A210C}" dt="2026-07-06T07:19:56.379" v="48" actId="700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Riya Kungotra" userId="7c9c7ddc-2f57-406a-88e0-7a8bb1c06149" providerId="ADAL" clId="{6B66ED76-6637-4546-912D-586A303A210C}" dt="2026-07-06T07:22:31.143" v="61" actId="11529"/>
          <ac:spMkLst>
            <pc:docMk/>
            <pc:sldMk cId="0" sldId="258"/>
            <ac:spMk id="3" creationId="{6AAF2DF6-EEA3-8820-12DB-DEB42F31ED55}"/>
          </ac:spMkLst>
        </pc:spChg>
        <pc:spChg chg="add mod">
          <ac:chgData name="Riya Kungotra" userId="7c9c7ddc-2f57-406a-88e0-7a8bb1c06149" providerId="ADAL" clId="{6B66ED76-6637-4546-912D-586A303A210C}" dt="2026-07-06T08:14:33.784" v="476" actId="1076"/>
          <ac:spMkLst>
            <pc:docMk/>
            <pc:sldMk cId="0" sldId="258"/>
            <ac:spMk id="4" creationId="{1DFB83C6-B266-DC82-7ABE-EAE47154B400}"/>
          </ac:spMkLst>
        </pc:spChg>
        <pc:spChg chg="mod ord">
          <ac:chgData name="Riya Kungotra" userId="7c9c7ddc-2f57-406a-88e0-7a8bb1c06149" providerId="ADAL" clId="{6B66ED76-6637-4546-912D-586A303A210C}" dt="2026-07-06T08:58:25.301" v="664" actId="20577"/>
          <ac:spMkLst>
            <pc:docMk/>
            <pc:sldMk cId="0" sldId="258"/>
            <ac:spMk id="6" creationId="{00000000-0000-0000-0000-000000000000}"/>
          </ac:spMkLst>
        </pc:spChg>
        <pc:spChg chg="mod ord">
          <ac:chgData name="Riya Kungotra" userId="7c9c7ddc-2f57-406a-88e0-7a8bb1c06149" providerId="ADAL" clId="{6B66ED76-6637-4546-912D-586A303A210C}" dt="2026-07-06T08:59:07.783" v="690" actId="20577"/>
          <ac:spMkLst>
            <pc:docMk/>
            <pc:sldMk cId="0" sldId="258"/>
            <ac:spMk id="11" creationId="{00000000-0000-0000-0000-000000000000}"/>
          </ac:spMkLst>
        </pc:spChg>
      </pc:sldChg>
      <pc:sldChg chg="addSp delSp modSp mod modClrScheme chgLayout">
        <pc:chgData name="Riya Kungotra" userId="7c9c7ddc-2f57-406a-88e0-7a8bb1c06149" providerId="ADAL" clId="{6B66ED76-6637-4546-912D-586A303A210C}" dt="2026-07-06T08:59:57.261" v="691" actId="20577"/>
        <pc:sldMkLst>
          <pc:docMk/>
          <pc:sldMk cId="0" sldId="259"/>
        </pc:sldMkLst>
        <pc:spChg chg="mod">
          <ac:chgData name="Riya Kungotra" userId="7c9c7ddc-2f57-406a-88e0-7a8bb1c06149" providerId="ADAL" clId="{6B66ED76-6637-4546-912D-586A303A210C}" dt="2026-07-06T08:33:47.511" v="567" actId="113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25:26.195" v="78" actId="26606"/>
          <ac:spMkLst>
            <pc:docMk/>
            <pc:sldMk cId="0" sldId="259"/>
            <ac:spMk id="6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26:29.029" v="89" actId="26606"/>
          <ac:spMkLst>
            <pc:docMk/>
            <pc:sldMk cId="0" sldId="259"/>
            <ac:spMk id="11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26:49.133" v="93" actId="478"/>
          <ac:spMkLst>
            <pc:docMk/>
            <pc:sldMk cId="0" sldId="259"/>
            <ac:spMk id="14" creationId="{19C37CC7-0EB8-1424-E612-31441E56A1E7}"/>
          </ac:spMkLst>
        </pc:spChg>
        <pc:spChg chg="add del mod">
          <ac:chgData name="Riya Kungotra" userId="7c9c7ddc-2f57-406a-88e0-7a8bb1c06149" providerId="ADAL" clId="{6B66ED76-6637-4546-912D-586A303A210C}" dt="2026-07-06T07:25:26.195" v="78" actId="26606"/>
          <ac:spMkLst>
            <pc:docMk/>
            <pc:sldMk cId="0" sldId="259"/>
            <ac:spMk id="17" creationId="{488122D5-F200-557F-B913-217620FDE29F}"/>
          </ac:spMkLst>
        </pc:spChg>
        <pc:spChg chg="add del mod">
          <ac:chgData name="Riya Kungotra" userId="7c9c7ddc-2f57-406a-88e0-7a8bb1c06149" providerId="ADAL" clId="{6B66ED76-6637-4546-912D-586A303A210C}" dt="2026-07-06T07:25:26.195" v="78" actId="26606"/>
          <ac:spMkLst>
            <pc:docMk/>
            <pc:sldMk cId="0" sldId="259"/>
            <ac:spMk id="19" creationId="{BF258817-AACC-D9ED-63EE-0FFCC84B3894}"/>
          </ac:spMkLst>
        </pc:spChg>
        <pc:spChg chg="add del mod">
          <ac:chgData name="Riya Kungotra" userId="7c9c7ddc-2f57-406a-88e0-7a8bb1c06149" providerId="ADAL" clId="{6B66ED76-6637-4546-912D-586A303A210C}" dt="2026-07-06T07:25:26.195" v="78" actId="26606"/>
          <ac:spMkLst>
            <pc:docMk/>
            <pc:sldMk cId="0" sldId="259"/>
            <ac:spMk id="21" creationId="{2DD3255A-B18F-DAB5-90ED-F49FE052940C}"/>
          </ac:spMkLst>
        </pc:spChg>
        <pc:spChg chg="add del mod">
          <ac:chgData name="Riya Kungotra" userId="7c9c7ddc-2f57-406a-88e0-7a8bb1c06149" providerId="ADAL" clId="{6B66ED76-6637-4546-912D-586A303A210C}" dt="2026-07-06T07:25:26.195" v="78" actId="26606"/>
          <ac:spMkLst>
            <pc:docMk/>
            <pc:sldMk cId="0" sldId="259"/>
            <ac:spMk id="23" creationId="{BDF08CC8-577C-EFD2-BE4F-FCC27E414304}"/>
          </ac:spMkLst>
        </pc:spChg>
        <pc:graphicFrameChg chg="add del mod">
          <ac:chgData name="Riya Kungotra" userId="7c9c7ddc-2f57-406a-88e0-7a8bb1c06149" providerId="ADAL" clId="{6B66ED76-6637-4546-912D-586A303A210C}" dt="2026-07-06T07:25:26.195" v="78" actId="26606"/>
          <ac:graphicFrameMkLst>
            <pc:docMk/>
            <pc:sldMk cId="0" sldId="259"/>
            <ac:graphicFrameMk id="13" creationId="{4D6B6587-9618-AE57-CDD9-770D6D8020A5}"/>
          </ac:graphicFrameMkLst>
        </pc:graphicFrameChg>
        <pc:graphicFrameChg chg="add mod modGraphic">
          <ac:chgData name="Riya Kungotra" userId="7c9c7ddc-2f57-406a-88e0-7a8bb1c06149" providerId="ADAL" clId="{6B66ED76-6637-4546-912D-586A303A210C}" dt="2026-07-06T08:59:57.261" v="691" actId="20577"/>
          <ac:graphicFrameMkLst>
            <pc:docMk/>
            <pc:sldMk cId="0" sldId="259"/>
            <ac:graphicFrameMk id="15" creationId="{4AFD6973-02C2-0C26-14F2-E5068FB36824}"/>
          </ac:graphicFrameMkLst>
        </pc:graphicFrameChg>
      </pc:sldChg>
      <pc:sldChg chg="addSp modSp mod">
        <pc:chgData name="Riya Kungotra" userId="7c9c7ddc-2f57-406a-88e0-7a8bb1c06149" providerId="ADAL" clId="{6B66ED76-6637-4546-912D-586A303A210C}" dt="2026-07-06T09:01:24.588" v="696" actId="14100"/>
        <pc:sldMkLst>
          <pc:docMk/>
          <pc:sldMk cId="0" sldId="260"/>
        </pc:sldMkLst>
        <pc:spChg chg="mod">
          <ac:chgData name="Riya Kungotra" userId="7c9c7ddc-2f57-406a-88e0-7a8bb1c06149" providerId="ADAL" clId="{6B66ED76-6637-4546-912D-586A303A210C}" dt="2026-07-06T07:31:13.697" v="13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ya Kungotra" userId="7c9c7ddc-2f57-406a-88e0-7a8bb1c06149" providerId="ADAL" clId="{6B66ED76-6637-4546-912D-586A303A210C}" dt="2026-07-06T07:30:45.201" v="130" actId="1076"/>
          <ac:spMkLst>
            <pc:docMk/>
            <pc:sldMk cId="0" sldId="260"/>
            <ac:spMk id="11" creationId="{00000000-0000-0000-0000-000000000000}"/>
          </ac:spMkLst>
        </pc:spChg>
        <pc:picChg chg="add mod">
          <ac:chgData name="Riya Kungotra" userId="7c9c7ddc-2f57-406a-88e0-7a8bb1c06149" providerId="ADAL" clId="{6B66ED76-6637-4546-912D-586A303A210C}" dt="2026-07-06T07:30:45.201" v="130" actId="1076"/>
          <ac:picMkLst>
            <pc:docMk/>
            <pc:sldMk cId="0" sldId="260"/>
            <ac:picMk id="2050" creationId="{550A337A-EB42-2DA9-45A7-4339E552DC87}"/>
          </ac:picMkLst>
        </pc:picChg>
        <pc:picChg chg="add mod">
          <ac:chgData name="Riya Kungotra" userId="7c9c7ddc-2f57-406a-88e0-7a8bb1c06149" providerId="ADAL" clId="{6B66ED76-6637-4546-912D-586A303A210C}" dt="2026-07-06T09:01:24.588" v="696" actId="14100"/>
          <ac:picMkLst>
            <pc:docMk/>
            <pc:sldMk cId="0" sldId="260"/>
            <ac:picMk id="2052" creationId="{B1A2D972-275F-9BDE-8354-E3BF45373BAA}"/>
          </ac:picMkLst>
        </pc:picChg>
      </pc:sldChg>
      <pc:sldChg chg="modSp mod">
        <pc:chgData name="Riya Kungotra" userId="7c9c7ddc-2f57-406a-88e0-7a8bb1c06149" providerId="ADAL" clId="{6B66ED76-6637-4546-912D-586A303A210C}" dt="2026-07-06T07:32:35.436" v="138" actId="207"/>
        <pc:sldMkLst>
          <pc:docMk/>
          <pc:sldMk cId="0" sldId="261"/>
        </pc:sldMkLst>
        <pc:spChg chg="mod">
          <ac:chgData name="Riya Kungotra" userId="7c9c7ddc-2f57-406a-88e0-7a8bb1c06149" providerId="ADAL" clId="{6B66ED76-6637-4546-912D-586A303A210C}" dt="2026-07-06T07:32:35.436" v="138" actId="207"/>
          <ac:spMkLst>
            <pc:docMk/>
            <pc:sldMk cId="0" sldId="261"/>
            <ac:spMk id="34" creationId="{00000000-0000-0000-0000-000000000000}"/>
          </ac:spMkLst>
        </pc:spChg>
      </pc:sldChg>
      <pc:sldChg chg="addSp delSp modSp mod modClrScheme chgLayout">
        <pc:chgData name="Riya Kungotra" userId="7c9c7ddc-2f57-406a-88e0-7a8bb1c06149" providerId="ADAL" clId="{6B66ED76-6637-4546-912D-586A303A210C}" dt="2026-07-06T07:38:17.212" v="154" actId="1076"/>
        <pc:sldMkLst>
          <pc:docMk/>
          <pc:sldMk cId="0" sldId="262"/>
        </pc:sldMkLst>
        <pc:spChg chg="mod">
          <ac:chgData name="Riya Kungotra" userId="7c9c7ddc-2f57-406a-88e0-7a8bb1c06149" providerId="ADAL" clId="{6B66ED76-6637-4546-912D-586A303A210C}" dt="2026-07-06T07:36:21.443" v="150" actId="1076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Riya Kungotra" userId="7c9c7ddc-2f57-406a-88e0-7a8bb1c06149" providerId="ADAL" clId="{6B66ED76-6637-4546-912D-586A303A210C}" dt="2026-07-06T07:35:51.183" v="145" actId="2660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iya Kungotra" userId="7c9c7ddc-2f57-406a-88e0-7a8bb1c06149" providerId="ADAL" clId="{6B66ED76-6637-4546-912D-586A303A210C}" dt="2026-07-06T07:36:36.519" v="151" actId="1076"/>
          <ac:spMkLst>
            <pc:docMk/>
            <pc:sldMk cId="0" sldId="262"/>
            <ac:spMk id="12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34:55.961" v="144" actId="478"/>
          <ac:spMkLst>
            <pc:docMk/>
            <pc:sldMk cId="0" sldId="262"/>
            <ac:spMk id="17" creationId="{E4D8D221-AFE3-40A3-29AF-C013C67A91EE}"/>
          </ac:spMkLst>
        </pc:spChg>
        <pc:picChg chg="add mod">
          <ac:chgData name="Riya Kungotra" userId="7c9c7ddc-2f57-406a-88e0-7a8bb1c06149" providerId="ADAL" clId="{6B66ED76-6637-4546-912D-586A303A210C}" dt="2026-07-06T07:38:17.212" v="154" actId="1076"/>
          <ac:picMkLst>
            <pc:docMk/>
            <pc:sldMk cId="0" sldId="262"/>
            <ac:picMk id="3074" creationId="{EBDB9751-7B50-E85D-3DFF-4C1EF02BA409}"/>
          </ac:picMkLst>
        </pc:picChg>
      </pc:sldChg>
      <pc:sldChg chg="modSp mod">
        <pc:chgData name="Riya Kungotra" userId="7c9c7ddc-2f57-406a-88e0-7a8bb1c06149" providerId="ADAL" clId="{6B66ED76-6637-4546-912D-586A303A210C}" dt="2026-07-06T07:39:12.651" v="162" actId="12"/>
        <pc:sldMkLst>
          <pc:docMk/>
          <pc:sldMk cId="0" sldId="263"/>
        </pc:sldMkLst>
        <pc:spChg chg="mod">
          <ac:chgData name="Riya Kungotra" userId="7c9c7ddc-2f57-406a-88e0-7a8bb1c06149" providerId="ADAL" clId="{6B66ED76-6637-4546-912D-586A303A210C}" dt="2026-07-06T07:39:12.651" v="162" actId="12"/>
          <ac:spMkLst>
            <pc:docMk/>
            <pc:sldMk cId="0" sldId="263"/>
            <ac:spMk id="22" creationId="{00000000-0000-0000-0000-000000000000}"/>
          </ac:spMkLst>
        </pc:spChg>
      </pc:sldChg>
      <pc:sldChg chg="addSp delSp modSp mod modClrScheme chgLayout">
        <pc:chgData name="Riya Kungotra" userId="7c9c7ddc-2f57-406a-88e0-7a8bb1c06149" providerId="ADAL" clId="{6B66ED76-6637-4546-912D-586A303A210C}" dt="2026-07-06T07:42:45.173" v="195" actId="1076"/>
        <pc:sldMkLst>
          <pc:docMk/>
          <pc:sldMk cId="0" sldId="264"/>
        </pc:sldMkLst>
        <pc:spChg chg="mod">
          <ac:chgData name="Riya Kungotra" userId="7c9c7ddc-2f57-406a-88e0-7a8bb1c06149" providerId="ADAL" clId="{6B66ED76-6637-4546-912D-586A303A210C}" dt="2026-07-06T07:42:45.173" v="195" actId="1076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Riya Kungotra" userId="7c9c7ddc-2f57-406a-88e0-7a8bb1c06149" providerId="ADAL" clId="{6B66ED76-6637-4546-912D-586A303A210C}" dt="2026-07-06T07:42:36.962" v="194" actId="403"/>
          <ac:spMkLst>
            <pc:docMk/>
            <pc:sldMk cId="0" sldId="264"/>
            <ac:spMk id="6" creationId="{00000000-0000-0000-0000-000000000000}"/>
          </ac:spMkLst>
        </pc:spChg>
        <pc:spChg chg="del">
          <ac:chgData name="Riya Kungotra" userId="7c9c7ddc-2f57-406a-88e0-7a8bb1c06149" providerId="ADAL" clId="{6B66ED76-6637-4546-912D-586A303A210C}" dt="2026-07-06T07:39:36.024" v="164" actId="26606"/>
          <ac:spMkLst>
            <pc:docMk/>
            <pc:sldMk cId="0" sldId="264"/>
            <ac:spMk id="11" creationId="{00000000-0000-0000-0000-000000000000}"/>
          </ac:spMkLst>
        </pc:spChg>
        <pc:spChg chg="del mod replId">
          <ac:chgData name="Riya Kungotra" userId="7c9c7ddc-2f57-406a-88e0-7a8bb1c06149" providerId="ADAL" clId="{6B66ED76-6637-4546-912D-586A303A210C}" dt="2026-07-06T07:39:36.024" v="164" actId="26606"/>
          <ac:spMkLst>
            <pc:docMk/>
            <pc:sldMk cId="0" sldId="264"/>
            <ac:spMk id="14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39:41.915" v="166" actId="478"/>
          <ac:spMkLst>
            <pc:docMk/>
            <pc:sldMk cId="0" sldId="264"/>
            <ac:spMk id="17" creationId="{36FBF374-0DC5-5929-A54E-A734FF0E59A2}"/>
          </ac:spMkLst>
        </pc:spChg>
        <pc:graphicFrameChg chg="add mod modGraphic">
          <ac:chgData name="Riya Kungotra" userId="7c9c7ddc-2f57-406a-88e0-7a8bb1c06149" providerId="ADAL" clId="{6B66ED76-6637-4546-912D-586A303A210C}" dt="2026-07-06T07:41:57.169" v="184" actId="20577"/>
          <ac:graphicFrameMkLst>
            <pc:docMk/>
            <pc:sldMk cId="0" sldId="264"/>
            <ac:graphicFrameMk id="13" creationId="{7FE67314-7725-EDC2-546B-F456E63B2214}"/>
          </ac:graphicFrameMkLst>
        </pc:graphicFrameChg>
      </pc:sldChg>
      <pc:sldChg chg="addSp delSp modSp mod modClrScheme chgLayout">
        <pc:chgData name="Riya Kungotra" userId="7c9c7ddc-2f57-406a-88e0-7a8bb1c06149" providerId="ADAL" clId="{6B66ED76-6637-4546-912D-586A303A210C}" dt="2026-07-06T09:06:03.744" v="698" actId="732"/>
        <pc:sldMkLst>
          <pc:docMk/>
          <pc:sldMk cId="0" sldId="265"/>
        </pc:sldMkLst>
        <pc:spChg chg="mod">
          <ac:chgData name="Riya Kungotra" userId="7c9c7ddc-2f57-406a-88e0-7a8bb1c06149" providerId="ADAL" clId="{6B66ED76-6637-4546-912D-586A303A210C}" dt="2026-07-06T07:43:33.535" v="196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Riya Kungotra" userId="7c9c7ddc-2f57-406a-88e0-7a8bb1c06149" providerId="ADAL" clId="{6B66ED76-6637-4546-912D-586A303A210C}" dt="2026-07-06T07:43:33.535" v="196" actId="26606"/>
          <ac:spMkLst>
            <pc:docMk/>
            <pc:sldMk cId="0" sldId="265"/>
            <ac:spMk id="11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9:05:55.004" v="697" actId="26606"/>
          <ac:spMkLst>
            <pc:docMk/>
            <pc:sldMk cId="0" sldId="265"/>
            <ac:spMk id="16" creationId="{E23139F9-0823-3FD3-101B-D354A0AB21ED}"/>
          </ac:spMkLst>
        </pc:spChg>
        <pc:picChg chg="add del mod ord">
          <ac:chgData name="Riya Kungotra" userId="7c9c7ddc-2f57-406a-88e0-7a8bb1c06149" providerId="ADAL" clId="{6B66ED76-6637-4546-912D-586A303A210C}" dt="2026-07-06T07:45:12.694" v="200" actId="931"/>
          <ac:picMkLst>
            <pc:docMk/>
            <pc:sldMk cId="0" sldId="265"/>
            <ac:picMk id="4" creationId="{8EE4E283-468B-3F0E-DA7A-1ED960BBCFC5}"/>
          </ac:picMkLst>
        </pc:picChg>
        <pc:picChg chg="add mod">
          <ac:chgData name="Riya Kungotra" userId="7c9c7ddc-2f57-406a-88e0-7a8bb1c06149" providerId="ADAL" clId="{6B66ED76-6637-4546-912D-586A303A210C}" dt="2026-07-06T09:06:03.744" v="698" actId="732"/>
          <ac:picMkLst>
            <pc:docMk/>
            <pc:sldMk cId="0" sldId="265"/>
            <ac:picMk id="4098" creationId="{B5F26727-B7E1-DF84-5A84-B929E11CB4AE}"/>
          </ac:picMkLst>
        </pc:picChg>
      </pc:sldChg>
      <pc:sldChg chg="modSp del mod">
        <pc:chgData name="Riya Kungotra" userId="7c9c7ddc-2f57-406a-88e0-7a8bb1c06149" providerId="ADAL" clId="{6B66ED76-6637-4546-912D-586A303A210C}" dt="2026-07-06T07:47:51.502" v="223" actId="47"/>
        <pc:sldMkLst>
          <pc:docMk/>
          <pc:sldMk cId="0" sldId="266"/>
        </pc:sldMkLst>
        <pc:spChg chg="mod">
          <ac:chgData name="Riya Kungotra" userId="7c9c7ddc-2f57-406a-88e0-7a8bb1c06149" providerId="ADAL" clId="{6B66ED76-6637-4546-912D-586A303A210C}" dt="2026-07-06T07:47:44.102" v="222" actId="6549"/>
          <ac:spMkLst>
            <pc:docMk/>
            <pc:sldMk cId="0" sldId="266"/>
            <ac:spMk id="2" creationId="{00000000-0000-0000-0000-000000000000}"/>
          </ac:spMkLst>
        </pc:spChg>
      </pc:sldChg>
      <pc:sldChg chg="addSp delSp modSp mod modClrScheme chgLayout">
        <pc:chgData name="Riya Kungotra" userId="7c9c7ddc-2f57-406a-88e0-7a8bb1c06149" providerId="ADAL" clId="{6B66ED76-6637-4546-912D-586A303A210C}" dt="2026-07-06T09:06:23.030" v="715" actId="20577"/>
        <pc:sldMkLst>
          <pc:docMk/>
          <pc:sldMk cId="0" sldId="267"/>
        </pc:sldMkLst>
        <pc:spChg chg="mod">
          <ac:chgData name="Riya Kungotra" userId="7c9c7ddc-2f57-406a-88e0-7a8bb1c06149" providerId="ADAL" clId="{6B66ED76-6637-4546-912D-586A303A210C}" dt="2026-07-06T07:49:06.154" v="235" actId="113"/>
          <ac:spMkLst>
            <pc:docMk/>
            <pc:sldMk cId="0" sldId="267"/>
            <ac:spMk id="2" creationId="{00000000-0000-0000-0000-000000000000}"/>
          </ac:spMkLst>
        </pc:spChg>
        <pc:spChg chg="del">
          <ac:chgData name="Riya Kungotra" userId="7c9c7ddc-2f57-406a-88e0-7a8bb1c06149" providerId="ADAL" clId="{6B66ED76-6637-4546-912D-586A303A210C}" dt="2026-07-06T07:47:56.722" v="224" actId="26606"/>
          <ac:spMkLst>
            <pc:docMk/>
            <pc:sldMk cId="0" sldId="267"/>
            <ac:spMk id="11" creationId="{00000000-0000-0000-0000-000000000000}"/>
          </ac:spMkLst>
        </pc:spChg>
        <pc:spChg chg="add del mod">
          <ac:chgData name="Riya Kungotra" userId="7c9c7ddc-2f57-406a-88e0-7a8bb1c06149" providerId="ADAL" clId="{6B66ED76-6637-4546-912D-586A303A210C}" dt="2026-07-06T07:49:30.371" v="239" actId="478"/>
          <ac:spMkLst>
            <pc:docMk/>
            <pc:sldMk cId="0" sldId="267"/>
            <ac:spMk id="17" creationId="{53AAD0E5-8A97-DA86-D065-C3E1DA20E375}"/>
          </ac:spMkLst>
        </pc:spChg>
        <pc:spChg chg="add mod">
          <ac:chgData name="Riya Kungotra" userId="7c9c7ddc-2f57-406a-88e0-7a8bb1c06149" providerId="ADAL" clId="{6B66ED76-6637-4546-912D-586A303A210C}" dt="2026-07-06T07:47:56.722" v="224" actId="26606"/>
          <ac:spMkLst>
            <pc:docMk/>
            <pc:sldMk cId="0" sldId="267"/>
            <ac:spMk id="19" creationId="{DCFDF03D-C8A5-057E-C097-5E6AAD97E577}"/>
          </ac:spMkLst>
        </pc:spChg>
        <pc:spChg chg="add mod">
          <ac:chgData name="Riya Kungotra" userId="7c9c7ddc-2f57-406a-88e0-7a8bb1c06149" providerId="ADAL" clId="{6B66ED76-6637-4546-912D-586A303A210C}" dt="2026-07-06T07:47:56.722" v="224" actId="26606"/>
          <ac:spMkLst>
            <pc:docMk/>
            <pc:sldMk cId="0" sldId="267"/>
            <ac:spMk id="21" creationId="{DE5C8BD1-D3F9-E735-984C-00237CDCA477}"/>
          </ac:spMkLst>
        </pc:spChg>
        <pc:graphicFrameChg chg="add mod modGraphic">
          <ac:chgData name="Riya Kungotra" userId="7c9c7ddc-2f57-406a-88e0-7a8bb1c06149" providerId="ADAL" clId="{6B66ED76-6637-4546-912D-586A303A210C}" dt="2026-07-06T09:06:23.030" v="715" actId="20577"/>
          <ac:graphicFrameMkLst>
            <pc:docMk/>
            <pc:sldMk cId="0" sldId="267"/>
            <ac:graphicFrameMk id="13" creationId="{464BAB7C-7475-CE53-C6A6-2A9AF40FB7F8}"/>
          </ac:graphicFrameMkLst>
        </pc:graphicFrameChg>
      </pc:sldChg>
      <pc:sldChg chg="addSp modSp new mod">
        <pc:chgData name="Riya Kungotra" userId="7c9c7ddc-2f57-406a-88e0-7a8bb1c06149" providerId="ADAL" clId="{6B66ED76-6637-4546-912D-586A303A210C}" dt="2026-07-06T07:51:33.368" v="269" actId="1076"/>
        <pc:sldMkLst>
          <pc:docMk/>
          <pc:sldMk cId="3236474942" sldId="2147483156"/>
        </pc:sldMkLst>
        <pc:spChg chg="add mod">
          <ac:chgData name="Riya Kungotra" userId="7c9c7ddc-2f57-406a-88e0-7a8bb1c06149" providerId="ADAL" clId="{6B66ED76-6637-4546-912D-586A303A210C}" dt="2026-07-06T07:51:33.368" v="269" actId="1076"/>
          <ac:spMkLst>
            <pc:docMk/>
            <pc:sldMk cId="3236474942" sldId="2147483156"/>
            <ac:spMk id="2" creationId="{8BC2BD20-2A0A-A401-CB4C-36BE4DDE047A}"/>
          </ac:spMkLst>
        </pc:spChg>
      </pc:sldChg>
      <pc:sldChg chg="new del">
        <pc:chgData name="Riya Kungotra" userId="7c9c7ddc-2f57-406a-88e0-7a8bb1c06149" providerId="ADAL" clId="{6B66ED76-6637-4546-912D-586A303A210C}" dt="2026-07-06T07:53:32.260" v="274" actId="47"/>
        <pc:sldMkLst>
          <pc:docMk/>
          <pc:sldMk cId="1852333649" sldId="2147483157"/>
        </pc:sldMkLst>
      </pc:sldChg>
      <pc:sldChg chg="addSp delSp modSp new mod modClrScheme chgLayout">
        <pc:chgData name="Riya Kungotra" userId="7c9c7ddc-2f57-406a-88e0-7a8bb1c06149" providerId="ADAL" clId="{6B66ED76-6637-4546-912D-586A303A210C}" dt="2026-07-06T08:36:32.240" v="575" actId="255"/>
        <pc:sldMkLst>
          <pc:docMk/>
          <pc:sldMk cId="2235567762" sldId="2147483158"/>
        </pc:sldMkLst>
        <pc:spChg chg="mod">
          <ac:chgData name="Riya Kungotra" userId="7c9c7ddc-2f57-406a-88e0-7a8bb1c06149" providerId="ADAL" clId="{6B66ED76-6637-4546-912D-586A303A210C}" dt="2026-07-06T08:33:54.721" v="568" actId="113"/>
          <ac:spMkLst>
            <pc:docMk/>
            <pc:sldMk cId="2235567762" sldId="2147483158"/>
            <ac:spMk id="2" creationId="{DF087B50-ED28-049D-6A2E-1B2535BCBC17}"/>
          </ac:spMkLst>
        </pc:spChg>
        <pc:spChg chg="del mod">
          <ac:chgData name="Riya Kungotra" userId="7c9c7ddc-2f57-406a-88e0-7a8bb1c06149" providerId="ADAL" clId="{6B66ED76-6637-4546-912D-586A303A210C}" dt="2026-07-06T07:58:44.135" v="298" actId="26606"/>
          <ac:spMkLst>
            <pc:docMk/>
            <pc:sldMk cId="2235567762" sldId="2147483158"/>
            <ac:spMk id="3" creationId="{46FE1AFC-E70F-4EF5-2D41-A42E37667346}"/>
          </ac:spMkLst>
        </pc:spChg>
        <pc:spChg chg="del mod">
          <ac:chgData name="Riya Kungotra" userId="7c9c7ddc-2f57-406a-88e0-7a8bb1c06149" providerId="ADAL" clId="{6B66ED76-6637-4546-912D-586A303A210C}" dt="2026-07-06T07:53:48.998" v="287" actId="478"/>
          <ac:spMkLst>
            <pc:docMk/>
            <pc:sldMk cId="2235567762" sldId="2147483158"/>
            <ac:spMk id="4" creationId="{EAB11E3D-0958-D788-5FC9-2B01ABA449AE}"/>
          </ac:spMkLst>
        </pc:spChg>
        <pc:spChg chg="add mod">
          <ac:chgData name="Riya Kungotra" userId="7c9c7ddc-2f57-406a-88e0-7a8bb1c06149" providerId="ADAL" clId="{6B66ED76-6637-4546-912D-586A303A210C}" dt="2026-07-06T08:34:06.770" v="570" actId="113"/>
          <ac:spMkLst>
            <pc:docMk/>
            <pc:sldMk cId="2235567762" sldId="2147483158"/>
            <ac:spMk id="5" creationId="{10E7F4F6-FFEE-E2A1-65DC-56ABE7854EE2}"/>
          </ac:spMkLst>
        </pc:spChg>
        <pc:spChg chg="add mod">
          <ac:chgData name="Riya Kungotra" userId="7c9c7ddc-2f57-406a-88e0-7a8bb1c06149" providerId="ADAL" clId="{6B66ED76-6637-4546-912D-586A303A210C}" dt="2026-07-06T08:34:02.602" v="569" actId="113"/>
          <ac:spMkLst>
            <pc:docMk/>
            <pc:sldMk cId="2235567762" sldId="2147483158"/>
            <ac:spMk id="6" creationId="{07579B8E-7BCE-A442-334F-FC29FF099223}"/>
          </ac:spMkLst>
        </pc:spChg>
        <pc:spChg chg="add mod">
          <ac:chgData name="Riya Kungotra" userId="7c9c7ddc-2f57-406a-88e0-7a8bb1c06149" providerId="ADAL" clId="{6B66ED76-6637-4546-912D-586A303A210C}" dt="2026-07-06T07:58:44.135" v="298" actId="26606"/>
          <ac:spMkLst>
            <pc:docMk/>
            <pc:sldMk cId="2235567762" sldId="2147483158"/>
            <ac:spMk id="11" creationId="{FDFE7E0C-58F3-17AD-6E02-7FF2F412F3E8}"/>
          </ac:spMkLst>
        </pc:spChg>
        <pc:spChg chg="add mod">
          <ac:chgData name="Riya Kungotra" userId="7c9c7ddc-2f57-406a-88e0-7a8bb1c06149" providerId="ADAL" clId="{6B66ED76-6637-4546-912D-586A303A210C}" dt="2026-07-06T07:58:44.135" v="298" actId="26606"/>
          <ac:spMkLst>
            <pc:docMk/>
            <pc:sldMk cId="2235567762" sldId="2147483158"/>
            <ac:spMk id="13" creationId="{020EFC6A-BA7B-5EA8-AA42-68688D6E54AA}"/>
          </ac:spMkLst>
        </pc:spChg>
        <pc:spChg chg="add del mod">
          <ac:chgData name="Riya Kungotra" userId="7c9c7ddc-2f57-406a-88e0-7a8bb1c06149" providerId="ADAL" clId="{6B66ED76-6637-4546-912D-586A303A210C}" dt="2026-07-06T07:58:49.608" v="300" actId="478"/>
          <ac:spMkLst>
            <pc:docMk/>
            <pc:sldMk cId="2235567762" sldId="2147483158"/>
            <ac:spMk id="15" creationId="{A3E296A3-D179-DDFB-1B86-1A0CCB6BAB64}"/>
          </ac:spMkLst>
        </pc:spChg>
        <pc:spChg chg="add del mod">
          <ac:chgData name="Riya Kungotra" userId="7c9c7ddc-2f57-406a-88e0-7a8bb1c06149" providerId="ADAL" clId="{6B66ED76-6637-4546-912D-586A303A210C}" dt="2026-07-06T07:59:05.902" v="303" actId="478"/>
          <ac:spMkLst>
            <pc:docMk/>
            <pc:sldMk cId="2235567762" sldId="2147483158"/>
            <ac:spMk id="17" creationId="{91D3DA42-AF0D-AB33-56F7-831D5896CA1D}"/>
          </ac:spMkLst>
        </pc:spChg>
        <pc:graphicFrameChg chg="add mod modGraphic">
          <ac:chgData name="Riya Kungotra" userId="7c9c7ddc-2f57-406a-88e0-7a8bb1c06149" providerId="ADAL" clId="{6B66ED76-6637-4546-912D-586A303A210C}" dt="2026-07-06T08:36:32.240" v="575" actId="255"/>
          <ac:graphicFrameMkLst>
            <pc:docMk/>
            <pc:sldMk cId="2235567762" sldId="2147483158"/>
            <ac:graphicFrameMk id="7" creationId="{F469F22E-0A58-436D-F1BF-5764339EB85C}"/>
          </ac:graphicFrameMkLst>
        </pc:graphicFrameChg>
      </pc:sldChg>
      <pc:sldChg chg="new del">
        <pc:chgData name="Riya Kungotra" userId="7c9c7ddc-2f57-406a-88e0-7a8bb1c06149" providerId="ADAL" clId="{6B66ED76-6637-4546-912D-586A303A210C}" dt="2026-07-06T08:09:37.980" v="417" actId="47"/>
        <pc:sldMkLst>
          <pc:docMk/>
          <pc:sldMk cId="766032758" sldId="2147483159"/>
        </pc:sldMkLst>
      </pc:sldChg>
      <pc:sldChg chg="addSp delSp modSp new mod ord modClrScheme chgLayout">
        <pc:chgData name="Riya Kungotra" userId="7c9c7ddc-2f57-406a-88e0-7a8bb1c06149" providerId="ADAL" clId="{6B66ED76-6637-4546-912D-586A303A210C}" dt="2026-07-06T09:00:54.735" v="695" actId="12"/>
        <pc:sldMkLst>
          <pc:docMk/>
          <pc:sldMk cId="1096997739" sldId="2147483159"/>
        </pc:sldMkLst>
        <pc:spChg chg="mod">
          <ac:chgData name="Riya Kungotra" userId="7c9c7ddc-2f57-406a-88e0-7a8bb1c06149" providerId="ADAL" clId="{6B66ED76-6637-4546-912D-586A303A210C}" dt="2026-07-06T08:21:36.673" v="517" actId="1076"/>
          <ac:spMkLst>
            <pc:docMk/>
            <pc:sldMk cId="1096997739" sldId="2147483159"/>
            <ac:spMk id="2" creationId="{62F8ABC4-9CED-CF09-1E17-E7D8ACE3BE3B}"/>
          </ac:spMkLst>
        </pc:spChg>
        <pc:spChg chg="mod ord">
          <ac:chgData name="Riya Kungotra" userId="7c9c7ddc-2f57-406a-88e0-7a8bb1c06149" providerId="ADAL" clId="{6B66ED76-6637-4546-912D-586A303A210C}" dt="2026-07-06T09:00:54.735" v="695" actId="12"/>
          <ac:spMkLst>
            <pc:docMk/>
            <pc:sldMk cId="1096997739" sldId="2147483159"/>
            <ac:spMk id="3" creationId="{6E981547-6BD4-A211-804E-E755E6BB6C9A}"/>
          </ac:spMkLst>
        </pc:spChg>
        <pc:spChg chg="mod">
          <ac:chgData name="Riya Kungotra" userId="7c9c7ddc-2f57-406a-88e0-7a8bb1c06149" providerId="ADAL" clId="{6B66ED76-6637-4546-912D-586A303A210C}" dt="2026-07-06T08:21:21.806" v="514" actId="26606"/>
          <ac:spMkLst>
            <pc:docMk/>
            <pc:sldMk cId="1096997739" sldId="2147483159"/>
            <ac:spMk id="4" creationId="{EEC10207-8DC4-DDAA-6B6B-3868D0F3ACF4}"/>
          </ac:spMkLst>
        </pc:spChg>
        <pc:spChg chg="mod">
          <ac:chgData name="Riya Kungotra" userId="7c9c7ddc-2f57-406a-88e0-7a8bb1c06149" providerId="ADAL" clId="{6B66ED76-6637-4546-912D-586A303A210C}" dt="2026-07-06T08:21:21.806" v="514" actId="26606"/>
          <ac:spMkLst>
            <pc:docMk/>
            <pc:sldMk cId="1096997739" sldId="2147483159"/>
            <ac:spMk id="5" creationId="{FD7C8722-2C5C-C863-0613-6902B1022BD3}"/>
          </ac:spMkLst>
        </pc:spChg>
        <pc:spChg chg="add del mod">
          <ac:chgData name="Riya Kungotra" userId="7c9c7ddc-2f57-406a-88e0-7a8bb1c06149" providerId="ADAL" clId="{6B66ED76-6637-4546-912D-586A303A210C}" dt="2026-07-06T08:21:29.518" v="516" actId="478"/>
          <ac:spMkLst>
            <pc:docMk/>
            <pc:sldMk cId="1096997739" sldId="2147483159"/>
            <ac:spMk id="5127" creationId="{A4BC5254-3FE4-C28E-2819-AFF5FC0B6E23}"/>
          </ac:spMkLst>
        </pc:spChg>
        <pc:spChg chg="add mod">
          <ac:chgData name="Riya Kungotra" userId="7c9c7ddc-2f57-406a-88e0-7a8bb1c06149" providerId="ADAL" clId="{6B66ED76-6637-4546-912D-586A303A210C}" dt="2026-07-06T08:21:21.806" v="514" actId="26606"/>
          <ac:spMkLst>
            <pc:docMk/>
            <pc:sldMk cId="1096997739" sldId="2147483159"/>
            <ac:spMk id="5129" creationId="{D3259BD9-8B43-C323-6F46-4C5494567F95}"/>
          </ac:spMkLst>
        </pc:spChg>
        <pc:picChg chg="add mod ord">
          <ac:chgData name="Riya Kungotra" userId="7c9c7ddc-2f57-406a-88e0-7a8bb1c06149" providerId="ADAL" clId="{6B66ED76-6637-4546-912D-586A303A210C}" dt="2026-07-06T08:22:03.431" v="521" actId="14100"/>
          <ac:picMkLst>
            <pc:docMk/>
            <pc:sldMk cId="1096997739" sldId="2147483159"/>
            <ac:picMk id="5122" creationId="{BEE49E46-69E0-0CAF-73F1-FA4882FCB0AC}"/>
          </ac:picMkLst>
        </pc:picChg>
      </pc:sldChg>
      <pc:sldChg chg="new del">
        <pc:chgData name="Riya Kungotra" userId="7c9c7ddc-2f57-406a-88e0-7a8bb1c06149" providerId="ADAL" clId="{6B66ED76-6637-4546-912D-586A303A210C}" dt="2026-07-06T08:10:17.232" v="419" actId="680"/>
        <pc:sldMkLst>
          <pc:docMk/>
          <pc:sldMk cId="3739628712" sldId="2147483159"/>
        </pc:sldMkLst>
      </pc:sldChg>
      <pc:sldChg chg="addSp modSp new mod ord">
        <pc:chgData name="Riya Kungotra" userId="7c9c7ddc-2f57-406a-88e0-7a8bb1c06149" providerId="ADAL" clId="{6B66ED76-6637-4546-912D-586A303A210C}" dt="2026-07-06T09:14:04.547" v="717"/>
        <pc:sldMkLst>
          <pc:docMk/>
          <pc:sldMk cId="3133256887" sldId="2147483160"/>
        </pc:sldMkLst>
        <pc:spChg chg="mod">
          <ac:chgData name="Riya Kungotra" userId="7c9c7ddc-2f57-406a-88e0-7a8bb1c06149" providerId="ADAL" clId="{6B66ED76-6637-4546-912D-586A303A210C}" dt="2026-07-06T08:34:19.228" v="571" actId="113"/>
          <ac:spMkLst>
            <pc:docMk/>
            <pc:sldMk cId="3133256887" sldId="2147483160"/>
            <ac:spMk id="2" creationId="{B02A3F06-78CC-AF24-B5CC-34A688ADD941}"/>
          </ac:spMkLst>
        </pc:spChg>
        <pc:spChg chg="mod">
          <ac:chgData name="Riya Kungotra" userId="7c9c7ddc-2f57-406a-88e0-7a8bb1c06149" providerId="ADAL" clId="{6B66ED76-6637-4546-912D-586A303A210C}" dt="2026-07-06T08:29:59.086" v="563" actId="1076"/>
          <ac:spMkLst>
            <pc:docMk/>
            <pc:sldMk cId="3133256887" sldId="2147483160"/>
            <ac:spMk id="3" creationId="{F1E09290-F990-F885-BDD6-B99011D25A25}"/>
          </ac:spMkLst>
        </pc:spChg>
        <pc:spChg chg="mod">
          <ac:chgData name="Riya Kungotra" userId="7c9c7ddc-2f57-406a-88e0-7a8bb1c06149" providerId="ADAL" clId="{6B66ED76-6637-4546-912D-586A303A210C}" dt="2026-07-06T08:29:19.127" v="558" actId="20577"/>
          <ac:spMkLst>
            <pc:docMk/>
            <pc:sldMk cId="3133256887" sldId="2147483160"/>
            <ac:spMk id="4" creationId="{C7692047-B435-741E-F462-F11F7E7F6273}"/>
          </ac:spMkLst>
        </pc:spChg>
        <pc:picChg chg="add mod">
          <ac:chgData name="Riya Kungotra" userId="7c9c7ddc-2f57-406a-88e0-7a8bb1c06149" providerId="ADAL" clId="{6B66ED76-6637-4546-912D-586A303A210C}" dt="2026-07-06T08:32:35.749" v="566" actId="1076"/>
          <ac:picMkLst>
            <pc:docMk/>
            <pc:sldMk cId="3133256887" sldId="2147483160"/>
            <ac:picMk id="6146" creationId="{821207F7-6C6E-1070-8D04-4600EAC6387D}"/>
          </ac:picMkLst>
        </pc:picChg>
      </pc:sldChg>
      <pc:sldMasterChg chg="delSldLayout">
        <pc:chgData name="Riya Kungotra" userId="7c9c7ddc-2f57-406a-88e0-7a8bb1c06149" providerId="ADAL" clId="{6B66ED76-6637-4546-912D-586A303A210C}" dt="2026-07-06T08:09:37.980" v="417" actId="47"/>
        <pc:sldMasterMkLst>
          <pc:docMk/>
          <pc:sldMasterMk cId="4183051721" sldId="2147483791"/>
        </pc:sldMasterMkLst>
        <pc:sldLayoutChg chg="del">
          <pc:chgData name="Riya Kungotra" userId="7c9c7ddc-2f57-406a-88e0-7a8bb1c06149" providerId="ADAL" clId="{6B66ED76-6637-4546-912D-586A303A210C}" dt="2026-07-06T08:09:37.980" v="417" actId="47"/>
          <pc:sldLayoutMkLst>
            <pc:docMk/>
            <pc:sldMasterMk cId="4183051721" sldId="2147483791"/>
            <pc:sldLayoutMk cId="2501537005" sldId="214748382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4C8D62-FA49-4A8E-B42F-D8F7571C29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ADA1B0-4656-4A71-9EE0-9A1FA62254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chatbot was designed to recover gracefully whenever invalid input or unexpected situations occur.</a:t>
          </a:r>
        </a:p>
      </dgm:t>
    </dgm:pt>
    <dgm:pt modelId="{D1EEEB23-A738-48A4-AA2F-C1521EEF445A}" type="parTrans" cxnId="{40034F24-0283-409C-96C7-36734D9909E2}">
      <dgm:prSet/>
      <dgm:spPr/>
      <dgm:t>
        <a:bodyPr/>
        <a:lstStyle/>
        <a:p>
          <a:endParaRPr lang="en-US"/>
        </a:p>
      </dgm:t>
    </dgm:pt>
    <dgm:pt modelId="{2EBB23F5-514E-4CB3-BDE5-368EF333150E}" type="sibTrans" cxnId="{40034F24-0283-409C-96C7-36734D9909E2}">
      <dgm:prSet/>
      <dgm:spPr/>
      <dgm:t>
        <a:bodyPr/>
        <a:lstStyle/>
        <a:p>
          <a:endParaRPr lang="en-US"/>
        </a:p>
      </dgm:t>
    </dgm:pt>
    <dgm:pt modelId="{135BC090-4D55-4A4A-88E2-07057C2A8D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Retry Policy</a:t>
          </a:r>
          <a:endParaRPr lang="en-US"/>
        </a:p>
      </dgm:t>
    </dgm:pt>
    <dgm:pt modelId="{60D2C80D-6E30-4FBF-8890-6A1E11DE214B}" type="parTrans" cxnId="{C47080FE-C973-4A31-9CDB-C912EEE31D19}">
      <dgm:prSet/>
      <dgm:spPr/>
      <dgm:t>
        <a:bodyPr/>
        <a:lstStyle/>
        <a:p>
          <a:endParaRPr lang="en-US"/>
        </a:p>
      </dgm:t>
    </dgm:pt>
    <dgm:pt modelId="{8B1DE210-293F-4B17-8958-F0425A80379F}" type="sibTrans" cxnId="{C47080FE-C973-4A31-9CDB-C912EEE31D19}">
      <dgm:prSet/>
      <dgm:spPr/>
      <dgm:t>
        <a:bodyPr/>
        <a:lstStyle/>
        <a:p>
          <a:endParaRPr lang="en-US"/>
        </a:p>
      </dgm:t>
    </dgm:pt>
    <dgm:pt modelId="{FAA3553F-9204-4D6E-9A74-0DA7E281E2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Authentication → Maximum 3 attempts</a:t>
          </a:r>
        </a:p>
      </dgm:t>
    </dgm:pt>
    <dgm:pt modelId="{484EB1DC-CEBF-43EC-86F7-E452F1AD8321}" type="parTrans" cxnId="{E029170F-4D27-4D8D-BB40-12492AC700FE}">
      <dgm:prSet/>
      <dgm:spPr/>
      <dgm:t>
        <a:bodyPr/>
        <a:lstStyle/>
        <a:p>
          <a:endParaRPr lang="en-US"/>
        </a:p>
      </dgm:t>
    </dgm:pt>
    <dgm:pt modelId="{7EA45A03-BDA7-44D9-8DE6-F3AB2340F379}" type="sibTrans" cxnId="{E029170F-4D27-4D8D-BB40-12492AC700FE}">
      <dgm:prSet/>
      <dgm:spPr/>
      <dgm:t>
        <a:bodyPr/>
        <a:lstStyle/>
        <a:p>
          <a:endParaRPr lang="en-US"/>
        </a:p>
      </dgm:t>
    </dgm:pt>
    <dgm:pt modelId="{FBB884F1-A801-4694-A2F0-F0BD5293C7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API Timeout → Automatic Retry</a:t>
          </a:r>
        </a:p>
      </dgm:t>
    </dgm:pt>
    <dgm:pt modelId="{B160B38D-67F6-4226-A140-86B1A5BE7774}" type="parTrans" cxnId="{8DEAF0CD-99A9-4B7D-AC16-4EE35805B2BB}">
      <dgm:prSet/>
      <dgm:spPr/>
      <dgm:t>
        <a:bodyPr/>
        <a:lstStyle/>
        <a:p>
          <a:endParaRPr lang="en-US"/>
        </a:p>
      </dgm:t>
    </dgm:pt>
    <dgm:pt modelId="{F1902368-A99D-437C-A08E-6CE3D93E7F4E}" type="sibTrans" cxnId="{8DEAF0CD-99A9-4B7D-AC16-4EE35805B2BB}">
      <dgm:prSet/>
      <dgm:spPr/>
      <dgm:t>
        <a:bodyPr/>
        <a:lstStyle/>
        <a:p>
          <a:endParaRPr lang="en-US"/>
        </a:p>
      </dgm:t>
    </dgm:pt>
    <dgm:pt modelId="{2AD8C59D-4A52-40AB-B5AB-23D19F3BB47C}" type="pres">
      <dgm:prSet presAssocID="{714C8D62-FA49-4A8E-B42F-D8F7571C296D}" presName="root" presStyleCnt="0">
        <dgm:presLayoutVars>
          <dgm:dir/>
          <dgm:resizeHandles val="exact"/>
        </dgm:presLayoutVars>
      </dgm:prSet>
      <dgm:spPr/>
    </dgm:pt>
    <dgm:pt modelId="{7A07E574-81EC-4EFE-B9D1-4C43B6241412}" type="pres">
      <dgm:prSet presAssocID="{16ADA1B0-4656-4A71-9EE0-9A1FA622548D}" presName="compNode" presStyleCnt="0"/>
      <dgm:spPr/>
    </dgm:pt>
    <dgm:pt modelId="{78B15744-603C-4E70-BB47-C166C3A63A57}" type="pres">
      <dgm:prSet presAssocID="{16ADA1B0-4656-4A71-9EE0-9A1FA622548D}" presName="bgRect" presStyleLbl="bgShp" presStyleIdx="0" presStyleCnt="2"/>
      <dgm:spPr>
        <a:solidFill>
          <a:schemeClr val="tx2"/>
        </a:solidFill>
      </dgm:spPr>
    </dgm:pt>
    <dgm:pt modelId="{D5AA023A-511D-4D46-B14A-D245DA0C38A3}" type="pres">
      <dgm:prSet presAssocID="{16ADA1B0-4656-4A71-9EE0-9A1FA622548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35A3907-9F3F-47D2-A78B-9F0F0FE98183}" type="pres">
      <dgm:prSet presAssocID="{16ADA1B0-4656-4A71-9EE0-9A1FA622548D}" presName="spaceRect" presStyleCnt="0"/>
      <dgm:spPr/>
    </dgm:pt>
    <dgm:pt modelId="{AF8FA1B5-3316-4D85-B1F7-C8FB95FFAE59}" type="pres">
      <dgm:prSet presAssocID="{16ADA1B0-4656-4A71-9EE0-9A1FA622548D}" presName="parTx" presStyleLbl="revTx" presStyleIdx="0" presStyleCnt="3">
        <dgm:presLayoutVars>
          <dgm:chMax val="0"/>
          <dgm:chPref val="0"/>
        </dgm:presLayoutVars>
      </dgm:prSet>
      <dgm:spPr/>
    </dgm:pt>
    <dgm:pt modelId="{773FBBB6-3DF0-40B1-BB61-80DE493FEB12}" type="pres">
      <dgm:prSet presAssocID="{2EBB23F5-514E-4CB3-BDE5-368EF333150E}" presName="sibTrans" presStyleCnt="0"/>
      <dgm:spPr/>
    </dgm:pt>
    <dgm:pt modelId="{90575CF7-ECDE-427D-BAEE-78EC675A64FE}" type="pres">
      <dgm:prSet presAssocID="{135BC090-4D55-4A4A-88E2-07057C2A8D9C}" presName="compNode" presStyleCnt="0"/>
      <dgm:spPr/>
    </dgm:pt>
    <dgm:pt modelId="{40635B9C-790A-46A2-8288-25F26B7E82E7}" type="pres">
      <dgm:prSet presAssocID="{135BC090-4D55-4A4A-88E2-07057C2A8D9C}" presName="bgRect" presStyleLbl="bgShp" presStyleIdx="1" presStyleCnt="2"/>
      <dgm:spPr>
        <a:solidFill>
          <a:schemeClr val="tx2"/>
        </a:solidFill>
      </dgm:spPr>
    </dgm:pt>
    <dgm:pt modelId="{4A1DBBD1-EF8B-4A5D-9301-2526111DC592}" type="pres">
      <dgm:prSet presAssocID="{135BC090-4D55-4A4A-88E2-07057C2A8D9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F1A5DBC-4328-4E68-8DE3-AE35FEB8A5DE}" type="pres">
      <dgm:prSet presAssocID="{135BC090-4D55-4A4A-88E2-07057C2A8D9C}" presName="spaceRect" presStyleCnt="0"/>
      <dgm:spPr/>
    </dgm:pt>
    <dgm:pt modelId="{FFA09F35-ED41-4F91-9B36-E47C672A1227}" type="pres">
      <dgm:prSet presAssocID="{135BC090-4D55-4A4A-88E2-07057C2A8D9C}" presName="parTx" presStyleLbl="revTx" presStyleIdx="1" presStyleCnt="3">
        <dgm:presLayoutVars>
          <dgm:chMax val="0"/>
          <dgm:chPref val="0"/>
        </dgm:presLayoutVars>
      </dgm:prSet>
      <dgm:spPr/>
    </dgm:pt>
    <dgm:pt modelId="{993EA0A7-EB02-4D36-A721-16BB18A70994}" type="pres">
      <dgm:prSet presAssocID="{135BC090-4D55-4A4A-88E2-07057C2A8D9C}" presName="desTx" presStyleLbl="revTx" presStyleIdx="2" presStyleCnt="3" custLinFactNeighborX="-27592" custLinFactNeighborY="-2854">
        <dgm:presLayoutVars/>
      </dgm:prSet>
      <dgm:spPr/>
    </dgm:pt>
  </dgm:ptLst>
  <dgm:cxnLst>
    <dgm:cxn modelId="{E029170F-4D27-4D8D-BB40-12492AC700FE}" srcId="{135BC090-4D55-4A4A-88E2-07057C2A8D9C}" destId="{FAA3553F-9204-4D6E-9A74-0DA7E281E2F7}" srcOrd="0" destOrd="0" parTransId="{484EB1DC-CEBF-43EC-86F7-E452F1AD8321}" sibTransId="{7EA45A03-BDA7-44D9-8DE6-F3AB2340F379}"/>
    <dgm:cxn modelId="{40034F24-0283-409C-96C7-36734D9909E2}" srcId="{714C8D62-FA49-4A8E-B42F-D8F7571C296D}" destId="{16ADA1B0-4656-4A71-9EE0-9A1FA622548D}" srcOrd="0" destOrd="0" parTransId="{D1EEEB23-A738-48A4-AA2F-C1521EEF445A}" sibTransId="{2EBB23F5-514E-4CB3-BDE5-368EF333150E}"/>
    <dgm:cxn modelId="{693F0E40-225A-417F-A420-CA1C59F529F1}" type="presOf" srcId="{FBB884F1-A801-4694-A2F0-F0BD5293C77B}" destId="{993EA0A7-EB02-4D36-A721-16BB18A70994}" srcOrd="0" destOrd="1" presId="urn:microsoft.com/office/officeart/2018/2/layout/IconVerticalSolidList"/>
    <dgm:cxn modelId="{01B1938E-08C8-4B33-A518-25DB02481D17}" type="presOf" srcId="{135BC090-4D55-4A4A-88E2-07057C2A8D9C}" destId="{FFA09F35-ED41-4F91-9B36-E47C672A1227}" srcOrd="0" destOrd="0" presId="urn:microsoft.com/office/officeart/2018/2/layout/IconVerticalSolidList"/>
    <dgm:cxn modelId="{91FD07BC-4CCB-44D2-8ECE-F66A439B273E}" type="presOf" srcId="{714C8D62-FA49-4A8E-B42F-D8F7571C296D}" destId="{2AD8C59D-4A52-40AB-B5AB-23D19F3BB47C}" srcOrd="0" destOrd="0" presId="urn:microsoft.com/office/officeart/2018/2/layout/IconVerticalSolidList"/>
    <dgm:cxn modelId="{4C4565CB-62DC-4A02-9F08-80E5346ACB4A}" type="presOf" srcId="{FAA3553F-9204-4D6E-9A74-0DA7E281E2F7}" destId="{993EA0A7-EB02-4D36-A721-16BB18A70994}" srcOrd="0" destOrd="0" presId="urn:microsoft.com/office/officeart/2018/2/layout/IconVerticalSolidList"/>
    <dgm:cxn modelId="{8DEAF0CD-99A9-4B7D-AC16-4EE35805B2BB}" srcId="{135BC090-4D55-4A4A-88E2-07057C2A8D9C}" destId="{FBB884F1-A801-4694-A2F0-F0BD5293C77B}" srcOrd="1" destOrd="0" parTransId="{B160B38D-67F6-4226-A140-86B1A5BE7774}" sibTransId="{F1902368-A99D-437C-A08E-6CE3D93E7F4E}"/>
    <dgm:cxn modelId="{4721F8CD-9B5B-4CF7-8223-610E457D5D75}" type="presOf" srcId="{16ADA1B0-4656-4A71-9EE0-9A1FA622548D}" destId="{AF8FA1B5-3316-4D85-B1F7-C8FB95FFAE59}" srcOrd="0" destOrd="0" presId="urn:microsoft.com/office/officeart/2018/2/layout/IconVerticalSolidList"/>
    <dgm:cxn modelId="{C47080FE-C973-4A31-9CDB-C912EEE31D19}" srcId="{714C8D62-FA49-4A8E-B42F-D8F7571C296D}" destId="{135BC090-4D55-4A4A-88E2-07057C2A8D9C}" srcOrd="1" destOrd="0" parTransId="{60D2C80D-6E30-4FBF-8890-6A1E11DE214B}" sibTransId="{8B1DE210-293F-4B17-8958-F0425A80379F}"/>
    <dgm:cxn modelId="{86DDC4D5-E479-4433-BACA-2BCA0AFCFF44}" type="presParOf" srcId="{2AD8C59D-4A52-40AB-B5AB-23D19F3BB47C}" destId="{7A07E574-81EC-4EFE-B9D1-4C43B6241412}" srcOrd="0" destOrd="0" presId="urn:microsoft.com/office/officeart/2018/2/layout/IconVerticalSolidList"/>
    <dgm:cxn modelId="{DFC3B441-5DE6-4F01-AF70-6E85ADF85EFB}" type="presParOf" srcId="{7A07E574-81EC-4EFE-B9D1-4C43B6241412}" destId="{78B15744-603C-4E70-BB47-C166C3A63A57}" srcOrd="0" destOrd="0" presId="urn:microsoft.com/office/officeart/2018/2/layout/IconVerticalSolidList"/>
    <dgm:cxn modelId="{1B9B1175-3813-4E00-A1E7-C82C6F3C53D7}" type="presParOf" srcId="{7A07E574-81EC-4EFE-B9D1-4C43B6241412}" destId="{D5AA023A-511D-4D46-B14A-D245DA0C38A3}" srcOrd="1" destOrd="0" presId="urn:microsoft.com/office/officeart/2018/2/layout/IconVerticalSolidList"/>
    <dgm:cxn modelId="{B1862959-C1F8-42BD-831F-807DD29E201C}" type="presParOf" srcId="{7A07E574-81EC-4EFE-B9D1-4C43B6241412}" destId="{135A3907-9F3F-47D2-A78B-9F0F0FE98183}" srcOrd="2" destOrd="0" presId="urn:microsoft.com/office/officeart/2018/2/layout/IconVerticalSolidList"/>
    <dgm:cxn modelId="{4AE12CE6-FBFE-4D67-A95D-68E65A89E96D}" type="presParOf" srcId="{7A07E574-81EC-4EFE-B9D1-4C43B6241412}" destId="{AF8FA1B5-3316-4D85-B1F7-C8FB95FFAE59}" srcOrd="3" destOrd="0" presId="urn:microsoft.com/office/officeart/2018/2/layout/IconVerticalSolidList"/>
    <dgm:cxn modelId="{1BEE7B6A-C759-49B1-B629-F8AEE6FA6018}" type="presParOf" srcId="{2AD8C59D-4A52-40AB-B5AB-23D19F3BB47C}" destId="{773FBBB6-3DF0-40B1-BB61-80DE493FEB12}" srcOrd="1" destOrd="0" presId="urn:microsoft.com/office/officeart/2018/2/layout/IconVerticalSolidList"/>
    <dgm:cxn modelId="{C9FA3FEE-D25E-4893-AF6C-164CE9A45522}" type="presParOf" srcId="{2AD8C59D-4A52-40AB-B5AB-23D19F3BB47C}" destId="{90575CF7-ECDE-427D-BAEE-78EC675A64FE}" srcOrd="2" destOrd="0" presId="urn:microsoft.com/office/officeart/2018/2/layout/IconVerticalSolidList"/>
    <dgm:cxn modelId="{8F7C3DAC-145E-41B9-AFFD-7EE61DA2B785}" type="presParOf" srcId="{90575CF7-ECDE-427D-BAEE-78EC675A64FE}" destId="{40635B9C-790A-46A2-8288-25F26B7E82E7}" srcOrd="0" destOrd="0" presId="urn:microsoft.com/office/officeart/2018/2/layout/IconVerticalSolidList"/>
    <dgm:cxn modelId="{9668389C-D7A4-452F-B0C4-8D413FC6F4E0}" type="presParOf" srcId="{90575CF7-ECDE-427D-BAEE-78EC675A64FE}" destId="{4A1DBBD1-EF8B-4A5D-9301-2526111DC592}" srcOrd="1" destOrd="0" presId="urn:microsoft.com/office/officeart/2018/2/layout/IconVerticalSolidList"/>
    <dgm:cxn modelId="{31415CF4-7FA9-4C0E-ABAF-4844E4B0EBE6}" type="presParOf" srcId="{90575CF7-ECDE-427D-BAEE-78EC675A64FE}" destId="{FF1A5DBC-4328-4E68-8DE3-AE35FEB8A5DE}" srcOrd="2" destOrd="0" presId="urn:microsoft.com/office/officeart/2018/2/layout/IconVerticalSolidList"/>
    <dgm:cxn modelId="{7A3DD573-B2C3-4943-A5FD-C17DF6324B98}" type="presParOf" srcId="{90575CF7-ECDE-427D-BAEE-78EC675A64FE}" destId="{FFA09F35-ED41-4F91-9B36-E47C672A1227}" srcOrd="3" destOrd="0" presId="urn:microsoft.com/office/officeart/2018/2/layout/IconVerticalSolidList"/>
    <dgm:cxn modelId="{78FDF7C1-DBD5-4F38-AE9F-A87384081A72}" type="presParOf" srcId="{90575CF7-ECDE-427D-BAEE-78EC675A64FE}" destId="{993EA0A7-EB02-4D36-A721-16BB18A7099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4AC77A-6AAC-417B-BB8E-4801C7146BCD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28C1539-C315-4570-BDEA-0FE75A716BFB}">
      <dgm:prSet custT="1"/>
      <dgm:spPr/>
      <dgm:t>
        <a:bodyPr/>
        <a:lstStyle/>
        <a:p>
          <a:r>
            <a:rPr lang="en-US" sz="1700" b="0"/>
            <a:t>Preserve conversation context</a:t>
          </a:r>
        </a:p>
      </dgm:t>
    </dgm:pt>
    <dgm:pt modelId="{85DDC12E-E41B-4D81-B192-F991C148097D}" type="parTrans" cxnId="{B77C812D-0EDC-44AB-9487-8098949E533B}">
      <dgm:prSet/>
      <dgm:spPr/>
      <dgm:t>
        <a:bodyPr/>
        <a:lstStyle/>
        <a:p>
          <a:endParaRPr lang="en-US"/>
        </a:p>
      </dgm:t>
    </dgm:pt>
    <dgm:pt modelId="{9DBD30C0-92C6-4759-B85B-378947BEE22C}" type="sibTrans" cxnId="{B77C812D-0EDC-44AB-9487-8098949E533B}">
      <dgm:prSet/>
      <dgm:spPr/>
      <dgm:t>
        <a:bodyPr/>
        <a:lstStyle/>
        <a:p>
          <a:endParaRPr lang="en-US"/>
        </a:p>
      </dgm:t>
    </dgm:pt>
    <dgm:pt modelId="{6B62DFEE-E065-428B-9F9C-A7D267DC368C}">
      <dgm:prSet/>
      <dgm:spPr/>
      <dgm:t>
        <a:bodyPr/>
        <a:lstStyle/>
        <a:p>
          <a:r>
            <a:rPr lang="en-US"/>
            <a:t>Maintains session consistency</a:t>
          </a:r>
        </a:p>
      </dgm:t>
    </dgm:pt>
    <dgm:pt modelId="{970BADB8-4A25-497E-BD27-5378F3E6006D}" type="parTrans" cxnId="{2DC0D5DD-5367-4BDD-812C-9E0F16AA091B}">
      <dgm:prSet/>
      <dgm:spPr/>
      <dgm:t>
        <a:bodyPr/>
        <a:lstStyle/>
        <a:p>
          <a:endParaRPr lang="en-US"/>
        </a:p>
      </dgm:t>
    </dgm:pt>
    <dgm:pt modelId="{36DC159D-5197-443F-9F17-CF599D8273F1}" type="sibTrans" cxnId="{2DC0D5DD-5367-4BDD-812C-9E0F16AA091B}">
      <dgm:prSet/>
      <dgm:spPr/>
      <dgm:t>
        <a:bodyPr/>
        <a:lstStyle/>
        <a:p>
          <a:endParaRPr lang="en-US"/>
        </a:p>
      </dgm:t>
    </dgm:pt>
    <dgm:pt modelId="{DECE79C9-A756-40D1-B003-8133DE1FAD25}">
      <dgm:prSet/>
      <dgm:spPr/>
      <dgm:t>
        <a:bodyPr/>
        <a:lstStyle/>
        <a:p>
          <a:r>
            <a:rPr lang="en-US"/>
            <a:t>Reduces hallucinations</a:t>
          </a:r>
        </a:p>
      </dgm:t>
    </dgm:pt>
    <dgm:pt modelId="{BB07508E-CC22-4410-94FB-612ECE37237F}" type="parTrans" cxnId="{8924DAFE-F0A7-4601-A1E0-07CAD944508E}">
      <dgm:prSet/>
      <dgm:spPr/>
      <dgm:t>
        <a:bodyPr/>
        <a:lstStyle/>
        <a:p>
          <a:endParaRPr lang="en-US"/>
        </a:p>
      </dgm:t>
    </dgm:pt>
    <dgm:pt modelId="{D00BE8E0-B41D-4F48-8124-525ED98FAC03}" type="sibTrans" cxnId="{8924DAFE-F0A7-4601-A1E0-07CAD944508E}">
      <dgm:prSet/>
      <dgm:spPr/>
      <dgm:t>
        <a:bodyPr/>
        <a:lstStyle/>
        <a:p>
          <a:endParaRPr lang="en-US"/>
        </a:p>
      </dgm:t>
    </dgm:pt>
    <dgm:pt modelId="{37DA8C45-3ED2-439A-A4A8-9CB4A467F420}">
      <dgm:prSet/>
      <dgm:spPr/>
      <dgm:t>
        <a:bodyPr/>
        <a:lstStyle/>
        <a:p>
          <a:r>
            <a:rPr lang="en-US"/>
            <a:t>Improves chatbot security</a:t>
          </a:r>
        </a:p>
      </dgm:t>
    </dgm:pt>
    <dgm:pt modelId="{3FFBFBE6-3BF8-4769-B7F8-740BAA61645E}" type="parTrans" cxnId="{32D8A974-19C0-4648-AC0B-C8C46B86783F}">
      <dgm:prSet/>
      <dgm:spPr/>
      <dgm:t>
        <a:bodyPr/>
        <a:lstStyle/>
        <a:p>
          <a:endParaRPr lang="en-US"/>
        </a:p>
      </dgm:t>
    </dgm:pt>
    <dgm:pt modelId="{664940DC-90C5-4315-AAF3-75540F3EB928}" type="sibTrans" cxnId="{32D8A974-19C0-4648-AC0B-C8C46B86783F}">
      <dgm:prSet/>
      <dgm:spPr/>
      <dgm:t>
        <a:bodyPr/>
        <a:lstStyle/>
        <a:p>
          <a:endParaRPr lang="en-US"/>
        </a:p>
      </dgm:t>
    </dgm:pt>
    <dgm:pt modelId="{4EB32292-71F0-4835-BA49-95657FE0D0A7}">
      <dgm:prSet/>
      <dgm:spPr/>
      <dgm:t>
        <a:bodyPr/>
        <a:lstStyle/>
        <a:p>
          <a:r>
            <a:rPr lang="en-US"/>
            <a:t>Protects customer privacy</a:t>
          </a:r>
        </a:p>
      </dgm:t>
    </dgm:pt>
    <dgm:pt modelId="{2D2F6DF8-D990-4072-9F7D-71537E6BA722}" type="parTrans" cxnId="{DC971B04-E0D7-42FB-A12B-DBF195CE6430}">
      <dgm:prSet/>
      <dgm:spPr/>
      <dgm:t>
        <a:bodyPr/>
        <a:lstStyle/>
        <a:p>
          <a:endParaRPr lang="en-US"/>
        </a:p>
      </dgm:t>
    </dgm:pt>
    <dgm:pt modelId="{7BF34F7D-E7B9-4D73-B5CB-4322E9EF45B4}" type="sibTrans" cxnId="{DC971B04-E0D7-42FB-A12B-DBF195CE6430}">
      <dgm:prSet/>
      <dgm:spPr/>
      <dgm:t>
        <a:bodyPr/>
        <a:lstStyle/>
        <a:p>
          <a:endParaRPr lang="en-US"/>
        </a:p>
      </dgm:t>
    </dgm:pt>
    <dgm:pt modelId="{AE7974C5-D5EC-44CB-A407-AAB27A68F004}">
      <dgm:prSet/>
      <dgm:spPr/>
      <dgm:t>
        <a:bodyPr/>
        <a:lstStyle/>
        <a:p>
          <a:r>
            <a:rPr lang="en-US"/>
            <a:t>Enhances overall conversation reliability</a:t>
          </a:r>
        </a:p>
      </dgm:t>
    </dgm:pt>
    <dgm:pt modelId="{1FD78633-B93C-4181-BF08-B04AD70654D8}" type="parTrans" cxnId="{CEDDE82E-456A-44B7-AA0C-14E868EA7607}">
      <dgm:prSet/>
      <dgm:spPr/>
      <dgm:t>
        <a:bodyPr/>
        <a:lstStyle/>
        <a:p>
          <a:endParaRPr lang="en-US"/>
        </a:p>
      </dgm:t>
    </dgm:pt>
    <dgm:pt modelId="{09EE3574-7300-4769-8561-21AAEFCF4D72}" type="sibTrans" cxnId="{CEDDE82E-456A-44B7-AA0C-14E868EA7607}">
      <dgm:prSet/>
      <dgm:spPr/>
      <dgm:t>
        <a:bodyPr/>
        <a:lstStyle/>
        <a:p>
          <a:endParaRPr lang="en-US"/>
        </a:p>
      </dgm:t>
    </dgm:pt>
    <dgm:pt modelId="{72FEC354-7D33-44EF-82F8-63E31F48F1F3}" type="pres">
      <dgm:prSet presAssocID="{484AC77A-6AAC-417B-BB8E-4801C7146BCD}" presName="root" presStyleCnt="0">
        <dgm:presLayoutVars>
          <dgm:dir/>
          <dgm:resizeHandles val="exact"/>
        </dgm:presLayoutVars>
      </dgm:prSet>
      <dgm:spPr/>
    </dgm:pt>
    <dgm:pt modelId="{075EBE6C-D84B-41BD-8B63-A5260CDF49F0}" type="pres">
      <dgm:prSet presAssocID="{484AC77A-6AAC-417B-BB8E-4801C7146BCD}" presName="container" presStyleCnt="0">
        <dgm:presLayoutVars>
          <dgm:dir/>
          <dgm:resizeHandles val="exact"/>
        </dgm:presLayoutVars>
      </dgm:prSet>
      <dgm:spPr/>
    </dgm:pt>
    <dgm:pt modelId="{C5242716-52A1-4830-98AB-728EF6C305B3}" type="pres">
      <dgm:prSet presAssocID="{028C1539-C315-4570-BDEA-0FE75A716BFB}" presName="compNode" presStyleCnt="0"/>
      <dgm:spPr/>
    </dgm:pt>
    <dgm:pt modelId="{C47738C0-6F6A-4B4B-BF31-955AC2B1EF11}" type="pres">
      <dgm:prSet presAssocID="{028C1539-C315-4570-BDEA-0FE75A716BFB}" presName="iconBgRect" presStyleLbl="bgShp" presStyleIdx="0" presStyleCnt="6"/>
      <dgm:spPr/>
    </dgm:pt>
    <dgm:pt modelId="{A30BC057-D12E-42EB-A2AA-5021C08AE84E}" type="pres">
      <dgm:prSet presAssocID="{028C1539-C315-4570-BDEA-0FE75A716BFB}" presName="iconRect" presStyleLbl="node1" presStyleIdx="0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 with solid fill"/>
        </a:ext>
      </dgm:extLst>
    </dgm:pt>
    <dgm:pt modelId="{9FF99B92-6ACC-43D2-9FBA-29C899D1FD4B}" type="pres">
      <dgm:prSet presAssocID="{028C1539-C315-4570-BDEA-0FE75A716BFB}" presName="spaceRect" presStyleCnt="0"/>
      <dgm:spPr/>
    </dgm:pt>
    <dgm:pt modelId="{E2A06D45-CB4D-4ED8-9EF6-1AC58E6A9C66}" type="pres">
      <dgm:prSet presAssocID="{028C1539-C315-4570-BDEA-0FE75A716BFB}" presName="textRect" presStyleLbl="revTx" presStyleIdx="0" presStyleCnt="6">
        <dgm:presLayoutVars>
          <dgm:chMax val="1"/>
          <dgm:chPref val="1"/>
        </dgm:presLayoutVars>
      </dgm:prSet>
      <dgm:spPr/>
    </dgm:pt>
    <dgm:pt modelId="{4AD7F445-0767-42A2-B624-5A625461618D}" type="pres">
      <dgm:prSet presAssocID="{9DBD30C0-92C6-4759-B85B-378947BEE22C}" presName="sibTrans" presStyleLbl="sibTrans2D1" presStyleIdx="0" presStyleCnt="0"/>
      <dgm:spPr/>
    </dgm:pt>
    <dgm:pt modelId="{C4158A07-CB87-48E3-B843-AC598222C6EB}" type="pres">
      <dgm:prSet presAssocID="{6B62DFEE-E065-428B-9F9C-A7D267DC368C}" presName="compNode" presStyleCnt="0"/>
      <dgm:spPr/>
    </dgm:pt>
    <dgm:pt modelId="{C9A92282-45C3-48E0-A11E-A8C243B50C1E}" type="pres">
      <dgm:prSet presAssocID="{6B62DFEE-E065-428B-9F9C-A7D267DC368C}" presName="iconBgRect" presStyleLbl="bgShp" presStyleIdx="1" presStyleCnt="6"/>
      <dgm:spPr/>
    </dgm:pt>
    <dgm:pt modelId="{6C2892DF-B645-43ED-8686-3726647B8ED3}" type="pres">
      <dgm:prSet presAssocID="{6B62DFEE-E065-428B-9F9C-A7D267DC368C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49E009-9C3D-4A47-8FC1-C5DEC022D329}" type="pres">
      <dgm:prSet presAssocID="{6B62DFEE-E065-428B-9F9C-A7D267DC368C}" presName="spaceRect" presStyleCnt="0"/>
      <dgm:spPr/>
    </dgm:pt>
    <dgm:pt modelId="{D419163E-5EAF-4809-AE51-18AC1DBFF5ED}" type="pres">
      <dgm:prSet presAssocID="{6B62DFEE-E065-428B-9F9C-A7D267DC368C}" presName="textRect" presStyleLbl="revTx" presStyleIdx="1" presStyleCnt="6">
        <dgm:presLayoutVars>
          <dgm:chMax val="1"/>
          <dgm:chPref val="1"/>
        </dgm:presLayoutVars>
      </dgm:prSet>
      <dgm:spPr/>
    </dgm:pt>
    <dgm:pt modelId="{E48555FE-025C-404E-ACF2-E774DE7FDFB8}" type="pres">
      <dgm:prSet presAssocID="{36DC159D-5197-443F-9F17-CF599D8273F1}" presName="sibTrans" presStyleLbl="sibTrans2D1" presStyleIdx="0" presStyleCnt="0"/>
      <dgm:spPr/>
    </dgm:pt>
    <dgm:pt modelId="{AC907CA1-732E-4052-9B7A-0671FBEF67FC}" type="pres">
      <dgm:prSet presAssocID="{DECE79C9-A756-40D1-B003-8133DE1FAD25}" presName="compNode" presStyleCnt="0"/>
      <dgm:spPr/>
    </dgm:pt>
    <dgm:pt modelId="{09AD3FED-34C6-4B09-A21C-0B11FE983D6C}" type="pres">
      <dgm:prSet presAssocID="{DECE79C9-A756-40D1-B003-8133DE1FAD25}" presName="iconBgRect" presStyleLbl="bgShp" presStyleIdx="2" presStyleCnt="6"/>
      <dgm:spPr/>
    </dgm:pt>
    <dgm:pt modelId="{090E6AB4-26AE-43F8-B630-3F3DDBC91FDF}" type="pres">
      <dgm:prSet presAssocID="{DECE79C9-A756-40D1-B003-8133DE1FAD25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4523E972-52E7-4281-8F5D-E1D909906FF4}" type="pres">
      <dgm:prSet presAssocID="{DECE79C9-A756-40D1-B003-8133DE1FAD25}" presName="spaceRect" presStyleCnt="0"/>
      <dgm:spPr/>
    </dgm:pt>
    <dgm:pt modelId="{81987049-E224-4DFE-BEEB-DDA27BA279B9}" type="pres">
      <dgm:prSet presAssocID="{DECE79C9-A756-40D1-B003-8133DE1FAD25}" presName="textRect" presStyleLbl="revTx" presStyleIdx="2" presStyleCnt="6">
        <dgm:presLayoutVars>
          <dgm:chMax val="1"/>
          <dgm:chPref val="1"/>
        </dgm:presLayoutVars>
      </dgm:prSet>
      <dgm:spPr/>
    </dgm:pt>
    <dgm:pt modelId="{413D0DB7-8ED3-462B-AD38-593056B6A759}" type="pres">
      <dgm:prSet presAssocID="{D00BE8E0-B41D-4F48-8124-525ED98FAC03}" presName="sibTrans" presStyleLbl="sibTrans2D1" presStyleIdx="0" presStyleCnt="0"/>
      <dgm:spPr/>
    </dgm:pt>
    <dgm:pt modelId="{14F1863D-C793-457F-AA02-F892CD9461BD}" type="pres">
      <dgm:prSet presAssocID="{37DA8C45-3ED2-439A-A4A8-9CB4A467F420}" presName="compNode" presStyleCnt="0"/>
      <dgm:spPr/>
    </dgm:pt>
    <dgm:pt modelId="{2FFB9C57-A018-4400-BB8B-8A563518B0EA}" type="pres">
      <dgm:prSet presAssocID="{37DA8C45-3ED2-439A-A4A8-9CB4A467F420}" presName="iconBgRect" presStyleLbl="bgShp" presStyleIdx="3" presStyleCnt="6"/>
      <dgm:spPr/>
    </dgm:pt>
    <dgm:pt modelId="{890A7267-1F0B-471C-823B-F6E880C7A8A4}" type="pres">
      <dgm:prSet presAssocID="{37DA8C45-3ED2-439A-A4A8-9CB4A467F42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7B7C24E-6D49-4436-B4A3-093E5F975BF2}" type="pres">
      <dgm:prSet presAssocID="{37DA8C45-3ED2-439A-A4A8-9CB4A467F420}" presName="spaceRect" presStyleCnt="0"/>
      <dgm:spPr/>
    </dgm:pt>
    <dgm:pt modelId="{A05A641C-500A-4206-BF00-B4D3419F0ADE}" type="pres">
      <dgm:prSet presAssocID="{37DA8C45-3ED2-439A-A4A8-9CB4A467F420}" presName="textRect" presStyleLbl="revTx" presStyleIdx="3" presStyleCnt="6">
        <dgm:presLayoutVars>
          <dgm:chMax val="1"/>
          <dgm:chPref val="1"/>
        </dgm:presLayoutVars>
      </dgm:prSet>
      <dgm:spPr/>
    </dgm:pt>
    <dgm:pt modelId="{8C779A33-620A-48B3-90B7-25BFC3C27F6A}" type="pres">
      <dgm:prSet presAssocID="{664940DC-90C5-4315-AAF3-75540F3EB928}" presName="sibTrans" presStyleLbl="sibTrans2D1" presStyleIdx="0" presStyleCnt="0"/>
      <dgm:spPr/>
    </dgm:pt>
    <dgm:pt modelId="{2C7B6DC2-E148-48C7-B74C-16986F037FBA}" type="pres">
      <dgm:prSet presAssocID="{4EB32292-71F0-4835-BA49-95657FE0D0A7}" presName="compNode" presStyleCnt="0"/>
      <dgm:spPr/>
    </dgm:pt>
    <dgm:pt modelId="{4E0E99AC-0B09-4252-B950-39F1E109E776}" type="pres">
      <dgm:prSet presAssocID="{4EB32292-71F0-4835-BA49-95657FE0D0A7}" presName="iconBgRect" presStyleLbl="bgShp" presStyleIdx="4" presStyleCnt="6"/>
      <dgm:spPr/>
    </dgm:pt>
    <dgm:pt modelId="{110F9D4C-116E-4FD9-B0EA-E4ABCA7F5F8C}" type="pres">
      <dgm:prSet presAssocID="{4EB32292-71F0-4835-BA49-95657FE0D0A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2CC1F48-03E7-471B-861C-54C66CAA65FD}" type="pres">
      <dgm:prSet presAssocID="{4EB32292-71F0-4835-BA49-95657FE0D0A7}" presName="spaceRect" presStyleCnt="0"/>
      <dgm:spPr/>
    </dgm:pt>
    <dgm:pt modelId="{16F429C7-C5A5-4D2C-B683-073EE1437C2E}" type="pres">
      <dgm:prSet presAssocID="{4EB32292-71F0-4835-BA49-95657FE0D0A7}" presName="textRect" presStyleLbl="revTx" presStyleIdx="4" presStyleCnt="6">
        <dgm:presLayoutVars>
          <dgm:chMax val="1"/>
          <dgm:chPref val="1"/>
        </dgm:presLayoutVars>
      </dgm:prSet>
      <dgm:spPr/>
    </dgm:pt>
    <dgm:pt modelId="{9DD74AA8-4D3B-4782-A8BD-07C6C8B6D2DD}" type="pres">
      <dgm:prSet presAssocID="{7BF34F7D-E7B9-4D73-B5CB-4322E9EF45B4}" presName="sibTrans" presStyleLbl="sibTrans2D1" presStyleIdx="0" presStyleCnt="0"/>
      <dgm:spPr/>
    </dgm:pt>
    <dgm:pt modelId="{E23646B2-B7FA-4EC6-BBB6-4536676C115B}" type="pres">
      <dgm:prSet presAssocID="{AE7974C5-D5EC-44CB-A407-AAB27A68F004}" presName="compNode" presStyleCnt="0"/>
      <dgm:spPr/>
    </dgm:pt>
    <dgm:pt modelId="{D01AB60D-1C18-46C6-B1EF-5EF2AD504183}" type="pres">
      <dgm:prSet presAssocID="{AE7974C5-D5EC-44CB-A407-AAB27A68F004}" presName="iconBgRect" presStyleLbl="bgShp" presStyleIdx="5" presStyleCnt="6"/>
      <dgm:spPr/>
    </dgm:pt>
    <dgm:pt modelId="{7E4D52C3-1DBC-47D0-ADF2-8C7C0846028D}" type="pres">
      <dgm:prSet presAssocID="{AE7974C5-D5EC-44CB-A407-AAB27A68F00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4D52A40-D503-46F8-8A41-F7D4C7518E1D}" type="pres">
      <dgm:prSet presAssocID="{AE7974C5-D5EC-44CB-A407-AAB27A68F004}" presName="spaceRect" presStyleCnt="0"/>
      <dgm:spPr/>
    </dgm:pt>
    <dgm:pt modelId="{CAF7DDC5-F2EE-4E86-99DA-AFDD0E28F67D}" type="pres">
      <dgm:prSet presAssocID="{AE7974C5-D5EC-44CB-A407-AAB27A68F00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C971B04-E0D7-42FB-A12B-DBF195CE6430}" srcId="{484AC77A-6AAC-417B-BB8E-4801C7146BCD}" destId="{4EB32292-71F0-4835-BA49-95657FE0D0A7}" srcOrd="4" destOrd="0" parTransId="{2D2F6DF8-D990-4072-9F7D-71537E6BA722}" sibTransId="{7BF34F7D-E7B9-4D73-B5CB-4322E9EF45B4}"/>
    <dgm:cxn modelId="{F7867A14-2DC9-4171-8315-EB0CCCD028A4}" type="presOf" srcId="{36DC159D-5197-443F-9F17-CF599D8273F1}" destId="{E48555FE-025C-404E-ACF2-E774DE7FDFB8}" srcOrd="0" destOrd="0" presId="urn:microsoft.com/office/officeart/2018/2/layout/IconCircleList"/>
    <dgm:cxn modelId="{40686E20-6875-4A89-BFD7-73159133F5FF}" type="presOf" srcId="{664940DC-90C5-4315-AAF3-75540F3EB928}" destId="{8C779A33-620A-48B3-90B7-25BFC3C27F6A}" srcOrd="0" destOrd="0" presId="urn:microsoft.com/office/officeart/2018/2/layout/IconCircleList"/>
    <dgm:cxn modelId="{B77C812D-0EDC-44AB-9487-8098949E533B}" srcId="{484AC77A-6AAC-417B-BB8E-4801C7146BCD}" destId="{028C1539-C315-4570-BDEA-0FE75A716BFB}" srcOrd="0" destOrd="0" parTransId="{85DDC12E-E41B-4D81-B192-F991C148097D}" sibTransId="{9DBD30C0-92C6-4759-B85B-378947BEE22C}"/>
    <dgm:cxn modelId="{CEDDE82E-456A-44B7-AA0C-14E868EA7607}" srcId="{484AC77A-6AAC-417B-BB8E-4801C7146BCD}" destId="{AE7974C5-D5EC-44CB-A407-AAB27A68F004}" srcOrd="5" destOrd="0" parTransId="{1FD78633-B93C-4181-BF08-B04AD70654D8}" sibTransId="{09EE3574-7300-4769-8561-21AAEFCF4D72}"/>
    <dgm:cxn modelId="{EC8BDB68-5605-40DB-9B1F-36890B4D9B8F}" type="presOf" srcId="{028C1539-C315-4570-BDEA-0FE75A716BFB}" destId="{E2A06D45-CB4D-4ED8-9EF6-1AC58E6A9C66}" srcOrd="0" destOrd="0" presId="urn:microsoft.com/office/officeart/2018/2/layout/IconCircleList"/>
    <dgm:cxn modelId="{D266F46B-A901-4022-8694-3D4B0AE79BDE}" type="presOf" srcId="{4EB32292-71F0-4835-BA49-95657FE0D0A7}" destId="{16F429C7-C5A5-4D2C-B683-073EE1437C2E}" srcOrd="0" destOrd="0" presId="urn:microsoft.com/office/officeart/2018/2/layout/IconCircleList"/>
    <dgm:cxn modelId="{32D8A974-19C0-4648-AC0B-C8C46B86783F}" srcId="{484AC77A-6AAC-417B-BB8E-4801C7146BCD}" destId="{37DA8C45-3ED2-439A-A4A8-9CB4A467F420}" srcOrd="3" destOrd="0" parTransId="{3FFBFBE6-3BF8-4769-B7F8-740BAA61645E}" sibTransId="{664940DC-90C5-4315-AAF3-75540F3EB928}"/>
    <dgm:cxn modelId="{88C82178-465F-42F1-946F-0BF7BC041D5C}" type="presOf" srcId="{9DBD30C0-92C6-4759-B85B-378947BEE22C}" destId="{4AD7F445-0767-42A2-B624-5A625461618D}" srcOrd="0" destOrd="0" presId="urn:microsoft.com/office/officeart/2018/2/layout/IconCircleList"/>
    <dgm:cxn modelId="{556F6080-5EC3-406B-9E35-4AC7C811DF96}" type="presOf" srcId="{AE7974C5-D5EC-44CB-A407-AAB27A68F004}" destId="{CAF7DDC5-F2EE-4E86-99DA-AFDD0E28F67D}" srcOrd="0" destOrd="0" presId="urn:microsoft.com/office/officeart/2018/2/layout/IconCircleList"/>
    <dgm:cxn modelId="{27E181A8-9666-40D1-95F1-3BD3592BC498}" type="presOf" srcId="{7BF34F7D-E7B9-4D73-B5CB-4322E9EF45B4}" destId="{9DD74AA8-4D3B-4782-A8BD-07C6C8B6D2DD}" srcOrd="0" destOrd="0" presId="urn:microsoft.com/office/officeart/2018/2/layout/IconCircleList"/>
    <dgm:cxn modelId="{0B5C2EBC-8A84-4C1A-BDF7-F823B8B8DD7E}" type="presOf" srcId="{DECE79C9-A756-40D1-B003-8133DE1FAD25}" destId="{81987049-E224-4DFE-BEEB-DDA27BA279B9}" srcOrd="0" destOrd="0" presId="urn:microsoft.com/office/officeart/2018/2/layout/IconCircleList"/>
    <dgm:cxn modelId="{24F329BE-2C92-4D6F-9F37-8DBE8289EC2E}" type="presOf" srcId="{37DA8C45-3ED2-439A-A4A8-9CB4A467F420}" destId="{A05A641C-500A-4206-BF00-B4D3419F0ADE}" srcOrd="0" destOrd="0" presId="urn:microsoft.com/office/officeart/2018/2/layout/IconCircleList"/>
    <dgm:cxn modelId="{9EC392CC-4151-43D8-A44F-5C4D9FAB5501}" type="presOf" srcId="{484AC77A-6AAC-417B-BB8E-4801C7146BCD}" destId="{72FEC354-7D33-44EF-82F8-63E31F48F1F3}" srcOrd="0" destOrd="0" presId="urn:microsoft.com/office/officeart/2018/2/layout/IconCircleList"/>
    <dgm:cxn modelId="{D9E874D5-1D8C-40B0-B227-F3DB7F310FBD}" type="presOf" srcId="{D00BE8E0-B41D-4F48-8124-525ED98FAC03}" destId="{413D0DB7-8ED3-462B-AD38-593056B6A759}" srcOrd="0" destOrd="0" presId="urn:microsoft.com/office/officeart/2018/2/layout/IconCircleList"/>
    <dgm:cxn modelId="{9803E2D8-BD56-42FC-BE05-1E9B6142A87F}" type="presOf" srcId="{6B62DFEE-E065-428B-9F9C-A7D267DC368C}" destId="{D419163E-5EAF-4809-AE51-18AC1DBFF5ED}" srcOrd="0" destOrd="0" presId="urn:microsoft.com/office/officeart/2018/2/layout/IconCircleList"/>
    <dgm:cxn modelId="{2DC0D5DD-5367-4BDD-812C-9E0F16AA091B}" srcId="{484AC77A-6AAC-417B-BB8E-4801C7146BCD}" destId="{6B62DFEE-E065-428B-9F9C-A7D267DC368C}" srcOrd="1" destOrd="0" parTransId="{970BADB8-4A25-497E-BD27-5378F3E6006D}" sibTransId="{36DC159D-5197-443F-9F17-CF599D8273F1}"/>
    <dgm:cxn modelId="{8924DAFE-F0A7-4601-A1E0-07CAD944508E}" srcId="{484AC77A-6AAC-417B-BB8E-4801C7146BCD}" destId="{DECE79C9-A756-40D1-B003-8133DE1FAD25}" srcOrd="2" destOrd="0" parTransId="{BB07508E-CC22-4410-94FB-612ECE37237F}" sibTransId="{D00BE8E0-B41D-4F48-8124-525ED98FAC03}"/>
    <dgm:cxn modelId="{86257C77-E6CB-4A6B-9565-081416CD7E5B}" type="presParOf" srcId="{72FEC354-7D33-44EF-82F8-63E31F48F1F3}" destId="{075EBE6C-D84B-41BD-8B63-A5260CDF49F0}" srcOrd="0" destOrd="0" presId="urn:microsoft.com/office/officeart/2018/2/layout/IconCircleList"/>
    <dgm:cxn modelId="{9B147643-AC99-43C2-89FD-94208660F181}" type="presParOf" srcId="{075EBE6C-D84B-41BD-8B63-A5260CDF49F0}" destId="{C5242716-52A1-4830-98AB-728EF6C305B3}" srcOrd="0" destOrd="0" presId="urn:microsoft.com/office/officeart/2018/2/layout/IconCircleList"/>
    <dgm:cxn modelId="{6868C6A5-E754-467C-AEEE-5DCE0D0B7B5D}" type="presParOf" srcId="{C5242716-52A1-4830-98AB-728EF6C305B3}" destId="{C47738C0-6F6A-4B4B-BF31-955AC2B1EF11}" srcOrd="0" destOrd="0" presId="urn:microsoft.com/office/officeart/2018/2/layout/IconCircleList"/>
    <dgm:cxn modelId="{AE4853F0-D473-4406-8D09-F83B23CEF387}" type="presParOf" srcId="{C5242716-52A1-4830-98AB-728EF6C305B3}" destId="{A30BC057-D12E-42EB-A2AA-5021C08AE84E}" srcOrd="1" destOrd="0" presId="urn:microsoft.com/office/officeart/2018/2/layout/IconCircleList"/>
    <dgm:cxn modelId="{2D2BECF7-EC5E-4371-A9F8-587FC6DDD4FE}" type="presParOf" srcId="{C5242716-52A1-4830-98AB-728EF6C305B3}" destId="{9FF99B92-6ACC-43D2-9FBA-29C899D1FD4B}" srcOrd="2" destOrd="0" presId="urn:microsoft.com/office/officeart/2018/2/layout/IconCircleList"/>
    <dgm:cxn modelId="{2E138A24-81C1-4E78-BDA8-D89E770C4A9C}" type="presParOf" srcId="{C5242716-52A1-4830-98AB-728EF6C305B3}" destId="{E2A06D45-CB4D-4ED8-9EF6-1AC58E6A9C66}" srcOrd="3" destOrd="0" presId="urn:microsoft.com/office/officeart/2018/2/layout/IconCircleList"/>
    <dgm:cxn modelId="{D73796BA-2F5A-4EA6-A344-5813F0B4C503}" type="presParOf" srcId="{075EBE6C-D84B-41BD-8B63-A5260CDF49F0}" destId="{4AD7F445-0767-42A2-B624-5A625461618D}" srcOrd="1" destOrd="0" presId="urn:microsoft.com/office/officeart/2018/2/layout/IconCircleList"/>
    <dgm:cxn modelId="{DB58F548-F516-458A-988F-CE9C2A8410EB}" type="presParOf" srcId="{075EBE6C-D84B-41BD-8B63-A5260CDF49F0}" destId="{C4158A07-CB87-48E3-B843-AC598222C6EB}" srcOrd="2" destOrd="0" presId="urn:microsoft.com/office/officeart/2018/2/layout/IconCircleList"/>
    <dgm:cxn modelId="{C5CD6768-BA31-431E-A730-23F94A1D3F62}" type="presParOf" srcId="{C4158A07-CB87-48E3-B843-AC598222C6EB}" destId="{C9A92282-45C3-48E0-A11E-A8C243B50C1E}" srcOrd="0" destOrd="0" presId="urn:microsoft.com/office/officeart/2018/2/layout/IconCircleList"/>
    <dgm:cxn modelId="{99AC9B9D-DD91-4406-9349-14F45F05C8BD}" type="presParOf" srcId="{C4158A07-CB87-48E3-B843-AC598222C6EB}" destId="{6C2892DF-B645-43ED-8686-3726647B8ED3}" srcOrd="1" destOrd="0" presId="urn:microsoft.com/office/officeart/2018/2/layout/IconCircleList"/>
    <dgm:cxn modelId="{F4288CD1-E07A-4E8C-A7C0-83030A51DD84}" type="presParOf" srcId="{C4158A07-CB87-48E3-B843-AC598222C6EB}" destId="{9C49E009-9C3D-4A47-8FC1-C5DEC022D329}" srcOrd="2" destOrd="0" presId="urn:microsoft.com/office/officeart/2018/2/layout/IconCircleList"/>
    <dgm:cxn modelId="{E8D43359-E5D8-4AE0-A879-5DF23DCA4480}" type="presParOf" srcId="{C4158A07-CB87-48E3-B843-AC598222C6EB}" destId="{D419163E-5EAF-4809-AE51-18AC1DBFF5ED}" srcOrd="3" destOrd="0" presId="urn:microsoft.com/office/officeart/2018/2/layout/IconCircleList"/>
    <dgm:cxn modelId="{D3782208-3CD3-472F-8BE8-0C3ECDBD03AE}" type="presParOf" srcId="{075EBE6C-D84B-41BD-8B63-A5260CDF49F0}" destId="{E48555FE-025C-404E-ACF2-E774DE7FDFB8}" srcOrd="3" destOrd="0" presId="urn:microsoft.com/office/officeart/2018/2/layout/IconCircleList"/>
    <dgm:cxn modelId="{9469F260-836D-4ED7-8169-DB39062B722F}" type="presParOf" srcId="{075EBE6C-D84B-41BD-8B63-A5260CDF49F0}" destId="{AC907CA1-732E-4052-9B7A-0671FBEF67FC}" srcOrd="4" destOrd="0" presId="urn:microsoft.com/office/officeart/2018/2/layout/IconCircleList"/>
    <dgm:cxn modelId="{C1E58174-F6BC-4C3A-A040-5E9FD0394C41}" type="presParOf" srcId="{AC907CA1-732E-4052-9B7A-0671FBEF67FC}" destId="{09AD3FED-34C6-4B09-A21C-0B11FE983D6C}" srcOrd="0" destOrd="0" presId="urn:microsoft.com/office/officeart/2018/2/layout/IconCircleList"/>
    <dgm:cxn modelId="{8FC46C41-873D-46D7-852F-F047D31A87D7}" type="presParOf" srcId="{AC907CA1-732E-4052-9B7A-0671FBEF67FC}" destId="{090E6AB4-26AE-43F8-B630-3F3DDBC91FDF}" srcOrd="1" destOrd="0" presId="urn:microsoft.com/office/officeart/2018/2/layout/IconCircleList"/>
    <dgm:cxn modelId="{7BF0D9E6-BC66-4AAF-A89E-0EDEA344D9D8}" type="presParOf" srcId="{AC907CA1-732E-4052-9B7A-0671FBEF67FC}" destId="{4523E972-52E7-4281-8F5D-E1D909906FF4}" srcOrd="2" destOrd="0" presId="urn:microsoft.com/office/officeart/2018/2/layout/IconCircleList"/>
    <dgm:cxn modelId="{4603EB9A-E958-4761-AE70-FA6674A21744}" type="presParOf" srcId="{AC907CA1-732E-4052-9B7A-0671FBEF67FC}" destId="{81987049-E224-4DFE-BEEB-DDA27BA279B9}" srcOrd="3" destOrd="0" presId="urn:microsoft.com/office/officeart/2018/2/layout/IconCircleList"/>
    <dgm:cxn modelId="{FAD745E3-C707-48D0-8038-80752C3F0667}" type="presParOf" srcId="{075EBE6C-D84B-41BD-8B63-A5260CDF49F0}" destId="{413D0DB7-8ED3-462B-AD38-593056B6A759}" srcOrd="5" destOrd="0" presId="urn:microsoft.com/office/officeart/2018/2/layout/IconCircleList"/>
    <dgm:cxn modelId="{67AEE8F1-1A19-49EC-8470-8808B5FF733F}" type="presParOf" srcId="{075EBE6C-D84B-41BD-8B63-A5260CDF49F0}" destId="{14F1863D-C793-457F-AA02-F892CD9461BD}" srcOrd="6" destOrd="0" presId="urn:microsoft.com/office/officeart/2018/2/layout/IconCircleList"/>
    <dgm:cxn modelId="{B1061B53-ED5C-4474-B0E3-9CA3423C6A3F}" type="presParOf" srcId="{14F1863D-C793-457F-AA02-F892CD9461BD}" destId="{2FFB9C57-A018-4400-BB8B-8A563518B0EA}" srcOrd="0" destOrd="0" presId="urn:microsoft.com/office/officeart/2018/2/layout/IconCircleList"/>
    <dgm:cxn modelId="{95C950B7-9F89-413D-85C8-EA07D82CAE64}" type="presParOf" srcId="{14F1863D-C793-457F-AA02-F892CD9461BD}" destId="{890A7267-1F0B-471C-823B-F6E880C7A8A4}" srcOrd="1" destOrd="0" presId="urn:microsoft.com/office/officeart/2018/2/layout/IconCircleList"/>
    <dgm:cxn modelId="{6ADBA167-6F36-4EAE-BD12-99BF8290A031}" type="presParOf" srcId="{14F1863D-C793-457F-AA02-F892CD9461BD}" destId="{57B7C24E-6D49-4436-B4A3-093E5F975BF2}" srcOrd="2" destOrd="0" presId="urn:microsoft.com/office/officeart/2018/2/layout/IconCircleList"/>
    <dgm:cxn modelId="{08D05428-DD85-4D60-91AB-4363562B4CA6}" type="presParOf" srcId="{14F1863D-C793-457F-AA02-F892CD9461BD}" destId="{A05A641C-500A-4206-BF00-B4D3419F0ADE}" srcOrd="3" destOrd="0" presId="urn:microsoft.com/office/officeart/2018/2/layout/IconCircleList"/>
    <dgm:cxn modelId="{0FB33EC6-1401-4314-9E40-307DE90B3A2A}" type="presParOf" srcId="{075EBE6C-D84B-41BD-8B63-A5260CDF49F0}" destId="{8C779A33-620A-48B3-90B7-25BFC3C27F6A}" srcOrd="7" destOrd="0" presId="urn:microsoft.com/office/officeart/2018/2/layout/IconCircleList"/>
    <dgm:cxn modelId="{DC39328D-C041-42C3-BF5A-6C24EE1A77E1}" type="presParOf" srcId="{075EBE6C-D84B-41BD-8B63-A5260CDF49F0}" destId="{2C7B6DC2-E148-48C7-B74C-16986F037FBA}" srcOrd="8" destOrd="0" presId="urn:microsoft.com/office/officeart/2018/2/layout/IconCircleList"/>
    <dgm:cxn modelId="{14337673-D662-459F-9633-FC6B8126299C}" type="presParOf" srcId="{2C7B6DC2-E148-48C7-B74C-16986F037FBA}" destId="{4E0E99AC-0B09-4252-B950-39F1E109E776}" srcOrd="0" destOrd="0" presId="urn:microsoft.com/office/officeart/2018/2/layout/IconCircleList"/>
    <dgm:cxn modelId="{E8A8B5D7-C651-4733-A920-00406B904A80}" type="presParOf" srcId="{2C7B6DC2-E148-48C7-B74C-16986F037FBA}" destId="{110F9D4C-116E-4FD9-B0EA-E4ABCA7F5F8C}" srcOrd="1" destOrd="0" presId="urn:microsoft.com/office/officeart/2018/2/layout/IconCircleList"/>
    <dgm:cxn modelId="{9E5DB7D7-A598-452C-A65A-323D49D00A20}" type="presParOf" srcId="{2C7B6DC2-E148-48C7-B74C-16986F037FBA}" destId="{92CC1F48-03E7-471B-861C-54C66CAA65FD}" srcOrd="2" destOrd="0" presId="urn:microsoft.com/office/officeart/2018/2/layout/IconCircleList"/>
    <dgm:cxn modelId="{500383FA-B042-4EDE-B346-C2C031168842}" type="presParOf" srcId="{2C7B6DC2-E148-48C7-B74C-16986F037FBA}" destId="{16F429C7-C5A5-4D2C-B683-073EE1437C2E}" srcOrd="3" destOrd="0" presId="urn:microsoft.com/office/officeart/2018/2/layout/IconCircleList"/>
    <dgm:cxn modelId="{26B003EF-934D-456B-89B7-91A4684E6620}" type="presParOf" srcId="{075EBE6C-D84B-41BD-8B63-A5260CDF49F0}" destId="{9DD74AA8-4D3B-4782-A8BD-07C6C8B6D2DD}" srcOrd="9" destOrd="0" presId="urn:microsoft.com/office/officeart/2018/2/layout/IconCircleList"/>
    <dgm:cxn modelId="{D1D155CD-FB31-4842-A45E-05200877ACD7}" type="presParOf" srcId="{075EBE6C-D84B-41BD-8B63-A5260CDF49F0}" destId="{E23646B2-B7FA-4EC6-BBB6-4536676C115B}" srcOrd="10" destOrd="0" presId="urn:microsoft.com/office/officeart/2018/2/layout/IconCircleList"/>
    <dgm:cxn modelId="{A3E28C40-17F7-4536-8025-96A8A7E0C7FD}" type="presParOf" srcId="{E23646B2-B7FA-4EC6-BBB6-4536676C115B}" destId="{D01AB60D-1C18-46C6-B1EF-5EF2AD504183}" srcOrd="0" destOrd="0" presId="urn:microsoft.com/office/officeart/2018/2/layout/IconCircleList"/>
    <dgm:cxn modelId="{1BC49C11-2A5B-4221-AE3A-0DC64BB7C10C}" type="presParOf" srcId="{E23646B2-B7FA-4EC6-BBB6-4536676C115B}" destId="{7E4D52C3-1DBC-47D0-ADF2-8C7C0846028D}" srcOrd="1" destOrd="0" presId="urn:microsoft.com/office/officeart/2018/2/layout/IconCircleList"/>
    <dgm:cxn modelId="{C72373AF-30C7-4FE3-93A0-DB432EA680D6}" type="presParOf" srcId="{E23646B2-B7FA-4EC6-BBB6-4536676C115B}" destId="{24D52A40-D503-46F8-8A41-F7D4C7518E1D}" srcOrd="2" destOrd="0" presId="urn:microsoft.com/office/officeart/2018/2/layout/IconCircleList"/>
    <dgm:cxn modelId="{71E48CC5-0F49-4260-9F89-105CF52C124D}" type="presParOf" srcId="{E23646B2-B7FA-4EC6-BBB6-4536676C115B}" destId="{CAF7DDC5-F2EE-4E86-99DA-AFDD0E28F67D}" srcOrd="3" destOrd="0" presId="urn:microsoft.com/office/officeart/2018/2/layout/IconCircle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2BDE35-CE17-4F71-9FA2-21168BA5E936}" type="doc">
      <dgm:prSet loTypeId="urn:microsoft.com/office/officeart/2005/8/layout/vList5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A0EC81-723D-4C8A-86B1-810C27448FAE}">
      <dgm:prSet/>
      <dgm:spPr/>
      <dgm:t>
        <a:bodyPr/>
        <a:lstStyle/>
        <a:p>
          <a:r>
            <a:rPr lang="en-US" b="1"/>
            <a:t>Current Status</a:t>
          </a:r>
          <a:endParaRPr lang="en-US"/>
        </a:p>
      </dgm:t>
    </dgm:pt>
    <dgm:pt modelId="{A4D2A1AB-9511-4714-B293-ACBD0DA7E75E}" type="parTrans" cxnId="{ACBF5AF4-E58D-4327-B165-89B6BB1EE31D}">
      <dgm:prSet/>
      <dgm:spPr/>
      <dgm:t>
        <a:bodyPr/>
        <a:lstStyle/>
        <a:p>
          <a:endParaRPr lang="en-US"/>
        </a:p>
      </dgm:t>
    </dgm:pt>
    <dgm:pt modelId="{8D296780-231D-4097-8F52-A7676C1FDC2A}" type="sibTrans" cxnId="{ACBF5AF4-E58D-4327-B165-89B6BB1EE31D}">
      <dgm:prSet/>
      <dgm:spPr/>
      <dgm:t>
        <a:bodyPr/>
        <a:lstStyle/>
        <a:p>
          <a:endParaRPr lang="en-US"/>
        </a:p>
      </dgm:t>
    </dgm:pt>
    <dgm:pt modelId="{1134DC8A-E7E7-4E01-9560-BB8D6215C68A}">
      <dgm:prSet/>
      <dgm:spPr/>
      <dgm:t>
        <a:bodyPr/>
        <a:lstStyle/>
        <a:p>
          <a:r>
            <a:rPr lang="en-US"/>
            <a:t>Scenario evaluation setup completed.</a:t>
          </a:r>
        </a:p>
      </dgm:t>
    </dgm:pt>
    <dgm:pt modelId="{12F97377-08CD-4D51-8D1D-6438964DB56B}" type="parTrans" cxnId="{9B98155B-70BA-48EC-BA41-75671CBCE457}">
      <dgm:prSet/>
      <dgm:spPr/>
      <dgm:t>
        <a:bodyPr/>
        <a:lstStyle/>
        <a:p>
          <a:endParaRPr lang="en-US"/>
        </a:p>
      </dgm:t>
    </dgm:pt>
    <dgm:pt modelId="{88620125-F409-4EB7-8A15-EC97AE8D70D7}" type="sibTrans" cxnId="{9B98155B-70BA-48EC-BA41-75671CBCE457}">
      <dgm:prSet/>
      <dgm:spPr/>
      <dgm:t>
        <a:bodyPr/>
        <a:lstStyle/>
        <a:p>
          <a:endParaRPr lang="en-US"/>
        </a:p>
      </dgm:t>
    </dgm:pt>
    <dgm:pt modelId="{D2DCDD89-F07A-45C1-99FD-83454E17DFD1}">
      <dgm:prSet/>
      <dgm:spPr/>
      <dgm:t>
        <a:bodyPr/>
        <a:lstStyle/>
        <a:p>
          <a:r>
            <a:rPr lang="en-US" b="1"/>
            <a:t>Scenarios Created</a:t>
          </a:r>
          <a:endParaRPr lang="en-US"/>
        </a:p>
      </dgm:t>
    </dgm:pt>
    <dgm:pt modelId="{3FD6DA0B-209F-455A-AE14-BDE968B54C81}" type="parTrans" cxnId="{8E47AEE6-4393-4A02-93B0-A1D0D362795A}">
      <dgm:prSet/>
      <dgm:spPr/>
      <dgm:t>
        <a:bodyPr/>
        <a:lstStyle/>
        <a:p>
          <a:endParaRPr lang="en-US"/>
        </a:p>
      </dgm:t>
    </dgm:pt>
    <dgm:pt modelId="{2D8092CF-FDE0-4B3E-BF2C-2661F1667555}" type="sibTrans" cxnId="{8E47AEE6-4393-4A02-93B0-A1D0D362795A}">
      <dgm:prSet/>
      <dgm:spPr/>
      <dgm:t>
        <a:bodyPr/>
        <a:lstStyle/>
        <a:p>
          <a:endParaRPr lang="en-US"/>
        </a:p>
      </dgm:t>
    </dgm:pt>
    <dgm:pt modelId="{0D929E57-3426-4359-A33C-2E8ABFE821C2}">
      <dgm:prSet/>
      <dgm:spPr/>
      <dgm:t>
        <a:bodyPr/>
        <a:lstStyle/>
        <a:p>
          <a:r>
            <a:rPr lang="en-US"/>
            <a:t>Policy Inquiry, Benefits Information, Claim Status</a:t>
          </a:r>
        </a:p>
      </dgm:t>
    </dgm:pt>
    <dgm:pt modelId="{9953A186-47C1-4047-B685-78041CAC526F}" type="parTrans" cxnId="{15D62962-C744-4BDF-A00F-C77E02DC9818}">
      <dgm:prSet/>
      <dgm:spPr/>
      <dgm:t>
        <a:bodyPr/>
        <a:lstStyle/>
        <a:p>
          <a:endParaRPr lang="en-US"/>
        </a:p>
      </dgm:t>
    </dgm:pt>
    <dgm:pt modelId="{34B23FE8-56F5-456E-800C-FE819A7FD578}" type="sibTrans" cxnId="{15D62962-C744-4BDF-A00F-C77E02DC9818}">
      <dgm:prSet/>
      <dgm:spPr/>
      <dgm:t>
        <a:bodyPr/>
        <a:lstStyle/>
        <a:p>
          <a:endParaRPr lang="en-US"/>
        </a:p>
      </dgm:t>
    </dgm:pt>
    <dgm:pt modelId="{E701B9B9-4FA2-41AC-BD21-019A8915C032}">
      <dgm:prSet/>
      <dgm:spPr/>
      <dgm:t>
        <a:bodyPr/>
        <a:lstStyle/>
        <a:p>
          <a:r>
            <a:rPr lang="en-US"/>
            <a:t>Policy Renewal, New Claim</a:t>
          </a:r>
        </a:p>
      </dgm:t>
    </dgm:pt>
    <dgm:pt modelId="{0BF041AE-D647-4398-8245-3754CE44557D}" type="parTrans" cxnId="{77752961-9719-4280-A548-AF1FE65A40F0}">
      <dgm:prSet/>
      <dgm:spPr/>
      <dgm:t>
        <a:bodyPr/>
        <a:lstStyle/>
        <a:p>
          <a:endParaRPr lang="en-US"/>
        </a:p>
      </dgm:t>
    </dgm:pt>
    <dgm:pt modelId="{86E6BF7B-539F-4043-BFE5-646507417110}" type="sibTrans" cxnId="{77752961-9719-4280-A548-AF1FE65A40F0}">
      <dgm:prSet/>
      <dgm:spPr/>
      <dgm:t>
        <a:bodyPr/>
        <a:lstStyle/>
        <a:p>
          <a:endParaRPr lang="en-US"/>
        </a:p>
      </dgm:t>
    </dgm:pt>
    <dgm:pt modelId="{83A4AA71-0DF6-44EC-AFC8-2D067C45FFA4}">
      <dgm:prSet/>
      <dgm:spPr/>
      <dgm:t>
        <a:bodyPr/>
        <a:lstStyle/>
        <a:p>
          <a:r>
            <a:rPr lang="en-US"/>
            <a:t>Motor, Health &amp; Life Onboarding</a:t>
          </a:r>
        </a:p>
      </dgm:t>
    </dgm:pt>
    <dgm:pt modelId="{5035E891-949E-475D-BFD0-2E0C2D25DE10}" type="parTrans" cxnId="{02F81694-CECA-42D7-8D5C-269DD14B8C9B}">
      <dgm:prSet/>
      <dgm:spPr/>
      <dgm:t>
        <a:bodyPr/>
        <a:lstStyle/>
        <a:p>
          <a:endParaRPr lang="en-US"/>
        </a:p>
      </dgm:t>
    </dgm:pt>
    <dgm:pt modelId="{3CEB6D80-DA5D-45B4-92B2-C1435F7E730B}" type="sibTrans" cxnId="{02F81694-CECA-42D7-8D5C-269DD14B8C9B}">
      <dgm:prSet/>
      <dgm:spPr/>
      <dgm:t>
        <a:bodyPr/>
        <a:lstStyle/>
        <a:p>
          <a:endParaRPr lang="en-US"/>
        </a:p>
      </dgm:t>
    </dgm:pt>
    <dgm:pt modelId="{F6E87D0C-76B3-4FCB-A2ED-46CAE268CAD4}">
      <dgm:prSet/>
      <dgm:spPr/>
      <dgm:t>
        <a:bodyPr/>
        <a:lstStyle/>
        <a:p>
          <a:r>
            <a:rPr lang="en-US"/>
            <a:t>Human Escalation</a:t>
          </a:r>
        </a:p>
      </dgm:t>
    </dgm:pt>
    <dgm:pt modelId="{698D2555-73F4-4D93-90B5-0544F092AAA0}" type="parTrans" cxnId="{FAA8000E-6E8D-4693-A5FB-0BED8339D436}">
      <dgm:prSet/>
      <dgm:spPr/>
      <dgm:t>
        <a:bodyPr/>
        <a:lstStyle/>
        <a:p>
          <a:endParaRPr lang="en-US"/>
        </a:p>
      </dgm:t>
    </dgm:pt>
    <dgm:pt modelId="{F06F4FF9-4925-4A69-9EBF-FF4939F57E80}" type="sibTrans" cxnId="{FAA8000E-6E8D-4693-A5FB-0BED8339D436}">
      <dgm:prSet/>
      <dgm:spPr/>
      <dgm:t>
        <a:bodyPr/>
        <a:lstStyle/>
        <a:p>
          <a:endParaRPr lang="en-US"/>
        </a:p>
      </dgm:t>
    </dgm:pt>
    <dgm:pt modelId="{06AE2C60-72B6-4AF4-8861-9F5FC5EF5EF1}">
      <dgm:prSet/>
      <dgm:spPr/>
      <dgm:t>
        <a:bodyPr/>
        <a:lstStyle/>
        <a:p>
          <a:r>
            <a:rPr lang="en-US"/>
            <a:t>Multiple scenarios executed successfully.</a:t>
          </a:r>
        </a:p>
      </dgm:t>
    </dgm:pt>
    <dgm:pt modelId="{C4590D97-6CDC-4C52-A212-14CDA98C1D4C}" type="parTrans" cxnId="{80A0BB56-22B7-4DDD-A68B-CFAED9C59EBD}">
      <dgm:prSet/>
      <dgm:spPr/>
      <dgm:t>
        <a:bodyPr/>
        <a:lstStyle/>
        <a:p>
          <a:endParaRPr lang="en-US"/>
        </a:p>
      </dgm:t>
    </dgm:pt>
    <dgm:pt modelId="{EDE1E5FF-FF99-4FCF-A922-BAE3DF6F11CE}" type="sibTrans" cxnId="{80A0BB56-22B7-4DDD-A68B-CFAED9C59EBD}">
      <dgm:prSet/>
      <dgm:spPr/>
      <dgm:t>
        <a:bodyPr/>
        <a:lstStyle/>
        <a:p>
          <a:endParaRPr lang="en-US"/>
        </a:p>
      </dgm:t>
    </dgm:pt>
    <dgm:pt modelId="{6FBC70EB-BB35-405A-A603-93B62067CF92}">
      <dgm:prSet/>
      <dgm:spPr/>
      <dgm:t>
        <a:bodyPr/>
        <a:lstStyle/>
        <a:p>
          <a:r>
            <a:rPr lang="en-US"/>
            <a:t>Scenario prompts and evaluation conditions are being improved to achieve higher pass rates.</a:t>
          </a:r>
        </a:p>
      </dgm:t>
    </dgm:pt>
    <dgm:pt modelId="{00BF941F-A0D7-41C3-8A6B-C12D6F5BD61D}" type="parTrans" cxnId="{8371F06A-E81E-4DB3-9660-9F7391667FAE}">
      <dgm:prSet/>
      <dgm:spPr/>
      <dgm:t>
        <a:bodyPr/>
        <a:lstStyle/>
        <a:p>
          <a:endParaRPr lang="en-US"/>
        </a:p>
      </dgm:t>
    </dgm:pt>
    <dgm:pt modelId="{94D879DB-BF83-4B86-9AA3-F95ACF20B6F5}" type="sibTrans" cxnId="{8371F06A-E81E-4DB3-9660-9F7391667FAE}">
      <dgm:prSet/>
      <dgm:spPr/>
      <dgm:t>
        <a:bodyPr/>
        <a:lstStyle/>
        <a:p>
          <a:endParaRPr lang="en-US"/>
        </a:p>
      </dgm:t>
    </dgm:pt>
    <dgm:pt modelId="{FCA0D692-AA97-46C2-823E-92B3224F605E}" type="pres">
      <dgm:prSet presAssocID="{5E2BDE35-CE17-4F71-9FA2-21168BA5E936}" presName="Name0" presStyleCnt="0">
        <dgm:presLayoutVars>
          <dgm:dir/>
          <dgm:animLvl val="lvl"/>
          <dgm:resizeHandles val="exact"/>
        </dgm:presLayoutVars>
      </dgm:prSet>
      <dgm:spPr/>
    </dgm:pt>
    <dgm:pt modelId="{0E132010-9972-48BD-9521-820A233F4759}" type="pres">
      <dgm:prSet presAssocID="{F8A0EC81-723D-4C8A-86B1-810C27448FAE}" presName="linNode" presStyleCnt="0"/>
      <dgm:spPr/>
    </dgm:pt>
    <dgm:pt modelId="{B7038C74-FA01-4919-A95A-ACFCC62A06C9}" type="pres">
      <dgm:prSet presAssocID="{F8A0EC81-723D-4C8A-86B1-810C27448FA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2BCDA45-C26F-4EC1-BEBB-F6F8246C008B}" type="pres">
      <dgm:prSet presAssocID="{F8A0EC81-723D-4C8A-86B1-810C27448FAE}" presName="descendantText" presStyleLbl="alignAccFollowNode1" presStyleIdx="0" presStyleCnt="2">
        <dgm:presLayoutVars>
          <dgm:bulletEnabled val="1"/>
        </dgm:presLayoutVars>
      </dgm:prSet>
      <dgm:spPr/>
    </dgm:pt>
    <dgm:pt modelId="{D0791BF6-0AD4-4983-893D-4EC1CC0F0316}" type="pres">
      <dgm:prSet presAssocID="{8D296780-231D-4097-8F52-A7676C1FDC2A}" presName="sp" presStyleCnt="0"/>
      <dgm:spPr/>
    </dgm:pt>
    <dgm:pt modelId="{CE25F432-0955-439C-BD6B-855098EE2F07}" type="pres">
      <dgm:prSet presAssocID="{D2DCDD89-F07A-45C1-99FD-83454E17DFD1}" presName="linNode" presStyleCnt="0"/>
      <dgm:spPr/>
    </dgm:pt>
    <dgm:pt modelId="{81414AB7-6B9C-4BDE-BDA2-2954D2671371}" type="pres">
      <dgm:prSet presAssocID="{D2DCDD89-F07A-45C1-99FD-83454E17DFD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BC360D3-E1FA-451B-817F-9691FA72D491}" type="pres">
      <dgm:prSet presAssocID="{D2DCDD89-F07A-45C1-99FD-83454E17DFD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AA8000E-6E8D-4693-A5FB-0BED8339D436}" srcId="{D2DCDD89-F07A-45C1-99FD-83454E17DFD1}" destId="{F6E87D0C-76B3-4FCB-A2ED-46CAE268CAD4}" srcOrd="3" destOrd="0" parTransId="{698D2555-73F4-4D93-90B5-0544F092AAA0}" sibTransId="{F06F4FF9-4925-4A69-9EBF-FF4939F57E80}"/>
    <dgm:cxn modelId="{A76D2A1B-2E21-416E-9D05-50DFE78040E5}" type="presOf" srcId="{0D929E57-3426-4359-A33C-2E8ABFE821C2}" destId="{2BC360D3-E1FA-451B-817F-9691FA72D491}" srcOrd="0" destOrd="0" presId="urn:microsoft.com/office/officeart/2005/8/layout/vList5"/>
    <dgm:cxn modelId="{D7F9BE36-AD0C-481B-9840-FA4ABA877976}" type="presOf" srcId="{1134DC8A-E7E7-4E01-9560-BB8D6215C68A}" destId="{92BCDA45-C26F-4EC1-BEBB-F6F8246C008B}" srcOrd="0" destOrd="0" presId="urn:microsoft.com/office/officeart/2005/8/layout/vList5"/>
    <dgm:cxn modelId="{9B98155B-70BA-48EC-BA41-75671CBCE457}" srcId="{F8A0EC81-723D-4C8A-86B1-810C27448FAE}" destId="{1134DC8A-E7E7-4E01-9560-BB8D6215C68A}" srcOrd="0" destOrd="0" parTransId="{12F97377-08CD-4D51-8D1D-6438964DB56B}" sibTransId="{88620125-F409-4EB7-8A15-EC97AE8D70D7}"/>
    <dgm:cxn modelId="{77752961-9719-4280-A548-AF1FE65A40F0}" srcId="{D2DCDD89-F07A-45C1-99FD-83454E17DFD1}" destId="{E701B9B9-4FA2-41AC-BD21-019A8915C032}" srcOrd="1" destOrd="0" parTransId="{0BF041AE-D647-4398-8245-3754CE44557D}" sibTransId="{86E6BF7B-539F-4043-BFE5-646507417110}"/>
    <dgm:cxn modelId="{15D62962-C744-4BDF-A00F-C77E02DC9818}" srcId="{D2DCDD89-F07A-45C1-99FD-83454E17DFD1}" destId="{0D929E57-3426-4359-A33C-2E8ABFE821C2}" srcOrd="0" destOrd="0" parTransId="{9953A186-47C1-4047-B685-78041CAC526F}" sibTransId="{34B23FE8-56F5-456E-800C-FE819A7FD578}"/>
    <dgm:cxn modelId="{8371F06A-E81E-4DB3-9660-9F7391667FAE}" srcId="{F8A0EC81-723D-4C8A-86B1-810C27448FAE}" destId="{6FBC70EB-BB35-405A-A603-93B62067CF92}" srcOrd="2" destOrd="0" parTransId="{00BF941F-A0D7-41C3-8A6B-C12D6F5BD61D}" sibTransId="{94D879DB-BF83-4B86-9AA3-F95ACF20B6F5}"/>
    <dgm:cxn modelId="{A4F36D55-63D3-4DCC-8EA8-0408AB209600}" type="presOf" srcId="{06AE2C60-72B6-4AF4-8861-9F5FC5EF5EF1}" destId="{92BCDA45-C26F-4EC1-BEBB-F6F8246C008B}" srcOrd="0" destOrd="1" presId="urn:microsoft.com/office/officeart/2005/8/layout/vList5"/>
    <dgm:cxn modelId="{80A0BB56-22B7-4DDD-A68B-CFAED9C59EBD}" srcId="{F8A0EC81-723D-4C8A-86B1-810C27448FAE}" destId="{06AE2C60-72B6-4AF4-8861-9F5FC5EF5EF1}" srcOrd="1" destOrd="0" parTransId="{C4590D97-6CDC-4C52-A212-14CDA98C1D4C}" sibTransId="{EDE1E5FF-FF99-4FCF-A922-BAE3DF6F11CE}"/>
    <dgm:cxn modelId="{B195A881-9E66-4287-8547-0DD2F9AF853C}" type="presOf" srcId="{83A4AA71-0DF6-44EC-AFC8-2D067C45FFA4}" destId="{2BC360D3-E1FA-451B-817F-9691FA72D491}" srcOrd="0" destOrd="2" presId="urn:microsoft.com/office/officeart/2005/8/layout/vList5"/>
    <dgm:cxn modelId="{02F81694-CECA-42D7-8D5C-269DD14B8C9B}" srcId="{D2DCDD89-F07A-45C1-99FD-83454E17DFD1}" destId="{83A4AA71-0DF6-44EC-AFC8-2D067C45FFA4}" srcOrd="2" destOrd="0" parTransId="{5035E891-949E-475D-BFD0-2E0C2D25DE10}" sibTransId="{3CEB6D80-DA5D-45B4-92B2-C1435F7E730B}"/>
    <dgm:cxn modelId="{3AFB41AF-2650-4B6E-98FF-DAD6A356A853}" type="presOf" srcId="{5E2BDE35-CE17-4F71-9FA2-21168BA5E936}" destId="{FCA0D692-AA97-46C2-823E-92B3224F605E}" srcOrd="0" destOrd="0" presId="urn:microsoft.com/office/officeart/2005/8/layout/vList5"/>
    <dgm:cxn modelId="{0A8B5FC7-AF62-4DA2-80FD-65920F30EE39}" type="presOf" srcId="{F8A0EC81-723D-4C8A-86B1-810C27448FAE}" destId="{B7038C74-FA01-4919-A95A-ACFCC62A06C9}" srcOrd="0" destOrd="0" presId="urn:microsoft.com/office/officeart/2005/8/layout/vList5"/>
    <dgm:cxn modelId="{FA642FDB-9072-4216-B0F6-87C41976A652}" type="presOf" srcId="{E701B9B9-4FA2-41AC-BD21-019A8915C032}" destId="{2BC360D3-E1FA-451B-817F-9691FA72D491}" srcOrd="0" destOrd="1" presId="urn:microsoft.com/office/officeart/2005/8/layout/vList5"/>
    <dgm:cxn modelId="{8E47AEE6-4393-4A02-93B0-A1D0D362795A}" srcId="{5E2BDE35-CE17-4F71-9FA2-21168BA5E936}" destId="{D2DCDD89-F07A-45C1-99FD-83454E17DFD1}" srcOrd="1" destOrd="0" parTransId="{3FD6DA0B-209F-455A-AE14-BDE968B54C81}" sibTransId="{2D8092CF-FDE0-4B3E-BF2C-2661F1667555}"/>
    <dgm:cxn modelId="{EF4091EA-F38D-4F42-9FA0-681185830F72}" type="presOf" srcId="{F6E87D0C-76B3-4FCB-A2ED-46CAE268CAD4}" destId="{2BC360D3-E1FA-451B-817F-9691FA72D491}" srcOrd="0" destOrd="3" presId="urn:microsoft.com/office/officeart/2005/8/layout/vList5"/>
    <dgm:cxn modelId="{85AB6EED-808A-4276-9182-62B93A21FBAF}" type="presOf" srcId="{6FBC70EB-BB35-405A-A603-93B62067CF92}" destId="{92BCDA45-C26F-4EC1-BEBB-F6F8246C008B}" srcOrd="0" destOrd="2" presId="urn:microsoft.com/office/officeart/2005/8/layout/vList5"/>
    <dgm:cxn modelId="{46FBD3ED-A956-427A-9F7B-B9FB1389740C}" type="presOf" srcId="{D2DCDD89-F07A-45C1-99FD-83454E17DFD1}" destId="{81414AB7-6B9C-4BDE-BDA2-2954D2671371}" srcOrd="0" destOrd="0" presId="urn:microsoft.com/office/officeart/2005/8/layout/vList5"/>
    <dgm:cxn modelId="{ACBF5AF4-E58D-4327-B165-89B6BB1EE31D}" srcId="{5E2BDE35-CE17-4F71-9FA2-21168BA5E936}" destId="{F8A0EC81-723D-4C8A-86B1-810C27448FAE}" srcOrd="0" destOrd="0" parTransId="{A4D2A1AB-9511-4714-B293-ACBD0DA7E75E}" sibTransId="{8D296780-231D-4097-8F52-A7676C1FDC2A}"/>
    <dgm:cxn modelId="{F7E5D627-B031-427C-8D91-66BEC8187FD0}" type="presParOf" srcId="{FCA0D692-AA97-46C2-823E-92B3224F605E}" destId="{0E132010-9972-48BD-9521-820A233F4759}" srcOrd="0" destOrd="0" presId="urn:microsoft.com/office/officeart/2005/8/layout/vList5"/>
    <dgm:cxn modelId="{43C053D8-ABD8-4A57-BADE-49AD70FB55B0}" type="presParOf" srcId="{0E132010-9972-48BD-9521-820A233F4759}" destId="{B7038C74-FA01-4919-A95A-ACFCC62A06C9}" srcOrd="0" destOrd="0" presId="urn:microsoft.com/office/officeart/2005/8/layout/vList5"/>
    <dgm:cxn modelId="{164AFC42-5340-4619-A0E5-2B92ED5249F9}" type="presParOf" srcId="{0E132010-9972-48BD-9521-820A233F4759}" destId="{92BCDA45-C26F-4EC1-BEBB-F6F8246C008B}" srcOrd="1" destOrd="0" presId="urn:microsoft.com/office/officeart/2005/8/layout/vList5"/>
    <dgm:cxn modelId="{AC93A982-A64F-410B-964E-FCA7EED0B50D}" type="presParOf" srcId="{FCA0D692-AA97-46C2-823E-92B3224F605E}" destId="{D0791BF6-0AD4-4983-893D-4EC1CC0F0316}" srcOrd="1" destOrd="0" presId="urn:microsoft.com/office/officeart/2005/8/layout/vList5"/>
    <dgm:cxn modelId="{2C8C70F0-83A0-4BCC-BFAA-32F503302F2B}" type="presParOf" srcId="{FCA0D692-AA97-46C2-823E-92B3224F605E}" destId="{CE25F432-0955-439C-BD6B-855098EE2F07}" srcOrd="2" destOrd="0" presId="urn:microsoft.com/office/officeart/2005/8/layout/vList5"/>
    <dgm:cxn modelId="{6EB87AD4-7DC7-43D8-9D52-CFADFCA83615}" type="presParOf" srcId="{CE25F432-0955-439C-BD6B-855098EE2F07}" destId="{81414AB7-6B9C-4BDE-BDA2-2954D2671371}" srcOrd="0" destOrd="0" presId="urn:microsoft.com/office/officeart/2005/8/layout/vList5"/>
    <dgm:cxn modelId="{0B5F6ACF-0EA6-45D5-A79C-2ED981B5BD3C}" type="presParOf" srcId="{CE25F432-0955-439C-BD6B-855098EE2F07}" destId="{2BC360D3-E1FA-451B-817F-9691FA72D49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6E3148-9BFC-4668-AA74-853E8A8DA7A1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595A32-5F99-4DC6-9B26-F88B4BD84900}">
      <dgm:prSet/>
      <dgm:spPr>
        <a:solidFill>
          <a:schemeClr val="tx2"/>
        </a:solidFill>
      </dgm:spPr>
      <dgm:t>
        <a:bodyPr/>
        <a:lstStyle/>
        <a:p>
          <a:r>
            <a:rPr lang="en-US"/>
            <a:t>Improve</a:t>
          </a:r>
        </a:p>
      </dgm:t>
    </dgm:pt>
    <dgm:pt modelId="{F84DB5C6-8227-4841-AAFB-CEDB619AA58A}" type="parTrans" cxnId="{74925BF9-047F-48CC-8249-9AD4CA45A6AC}">
      <dgm:prSet/>
      <dgm:spPr/>
      <dgm:t>
        <a:bodyPr/>
        <a:lstStyle/>
        <a:p>
          <a:endParaRPr lang="en-US"/>
        </a:p>
      </dgm:t>
    </dgm:pt>
    <dgm:pt modelId="{D04F4FDA-9600-4CAB-BC59-803D5ACA9FDB}" type="sibTrans" cxnId="{74925BF9-047F-48CC-8249-9AD4CA45A6AC}">
      <dgm:prSet/>
      <dgm:spPr/>
      <dgm:t>
        <a:bodyPr/>
        <a:lstStyle/>
        <a:p>
          <a:endParaRPr lang="en-US"/>
        </a:p>
      </dgm:t>
    </dgm:pt>
    <dgm:pt modelId="{7EEFE089-B8AD-441A-90F4-AFD928AFA9B4}">
      <dgm:prSet/>
      <dgm:spPr>
        <a:ln>
          <a:solidFill>
            <a:schemeClr val="tx2">
              <a:lumMod val="40000"/>
              <a:lumOff val="60000"/>
              <a:alpha val="90000"/>
            </a:schemeClr>
          </a:solidFill>
        </a:ln>
      </dgm:spPr>
      <dgm:t>
        <a:bodyPr/>
        <a:lstStyle/>
        <a:p>
          <a:r>
            <a:rPr lang="en-US"/>
            <a:t>Improve Scenario Evaluation performance.</a:t>
          </a:r>
        </a:p>
      </dgm:t>
    </dgm:pt>
    <dgm:pt modelId="{6B582BD1-62C9-45A7-8950-5FD49E2D1ED9}" type="parTrans" cxnId="{071B3FD9-B0D5-4C8D-81CE-9E7A2A556E20}">
      <dgm:prSet/>
      <dgm:spPr/>
      <dgm:t>
        <a:bodyPr/>
        <a:lstStyle/>
        <a:p>
          <a:endParaRPr lang="en-US"/>
        </a:p>
      </dgm:t>
    </dgm:pt>
    <dgm:pt modelId="{8108112D-C7B5-4720-A8AD-75D49B9F83A0}" type="sibTrans" cxnId="{071B3FD9-B0D5-4C8D-81CE-9E7A2A556E20}">
      <dgm:prSet/>
      <dgm:spPr/>
      <dgm:t>
        <a:bodyPr/>
        <a:lstStyle/>
        <a:p>
          <a:endParaRPr lang="en-US"/>
        </a:p>
      </dgm:t>
    </dgm:pt>
    <dgm:pt modelId="{4D4A52E0-1A4E-4092-B03D-08D437EDFC6C}">
      <dgm:prSet/>
      <dgm:spPr>
        <a:solidFill>
          <a:schemeClr val="tx2"/>
        </a:solidFill>
      </dgm:spPr>
      <dgm:t>
        <a:bodyPr/>
        <a:lstStyle/>
        <a:p>
          <a:r>
            <a:rPr lang="en-US"/>
            <a:t>Resolve</a:t>
          </a:r>
        </a:p>
      </dgm:t>
    </dgm:pt>
    <dgm:pt modelId="{49DEC482-2B9F-4DAE-8AA4-8BF8BBA96BD4}" type="parTrans" cxnId="{2DF19B13-7AB7-43C6-8230-8B4983BB86E1}">
      <dgm:prSet/>
      <dgm:spPr/>
      <dgm:t>
        <a:bodyPr/>
        <a:lstStyle/>
        <a:p>
          <a:endParaRPr lang="en-US"/>
        </a:p>
      </dgm:t>
    </dgm:pt>
    <dgm:pt modelId="{39A52901-02CD-46CB-8B59-F0778ADC9129}" type="sibTrans" cxnId="{2DF19B13-7AB7-43C6-8230-8B4983BB86E1}">
      <dgm:prSet/>
      <dgm:spPr/>
      <dgm:t>
        <a:bodyPr/>
        <a:lstStyle/>
        <a:p>
          <a:endParaRPr lang="en-US"/>
        </a:p>
      </dgm:t>
    </dgm:pt>
    <dgm:pt modelId="{C6D634E3-F0DB-4858-AADA-437B5C997F26}">
      <dgm:prSet/>
      <dgm:spPr/>
      <dgm:t>
        <a:bodyPr/>
        <a:lstStyle/>
        <a:p>
          <a:r>
            <a:rPr lang="en-US"/>
            <a:t>Resolve remaining evaluation issues.</a:t>
          </a:r>
        </a:p>
      </dgm:t>
    </dgm:pt>
    <dgm:pt modelId="{EC389597-8BE1-4278-B6C5-215E0B91F6CC}" type="parTrans" cxnId="{475019C0-9555-4B96-988E-CA67FC3F1821}">
      <dgm:prSet/>
      <dgm:spPr/>
      <dgm:t>
        <a:bodyPr/>
        <a:lstStyle/>
        <a:p>
          <a:endParaRPr lang="en-US"/>
        </a:p>
      </dgm:t>
    </dgm:pt>
    <dgm:pt modelId="{A869A2ED-B13C-47CD-90F8-02C4CB75B513}" type="sibTrans" cxnId="{475019C0-9555-4B96-988E-CA67FC3F1821}">
      <dgm:prSet/>
      <dgm:spPr/>
      <dgm:t>
        <a:bodyPr/>
        <a:lstStyle/>
        <a:p>
          <a:endParaRPr lang="en-US"/>
        </a:p>
      </dgm:t>
    </dgm:pt>
    <dgm:pt modelId="{82213B33-2B3E-420E-8063-485E9D3D7433}">
      <dgm:prSet/>
      <dgm:spPr>
        <a:solidFill>
          <a:schemeClr val="tx2"/>
        </a:solidFill>
      </dgm:spPr>
      <dgm:t>
        <a:bodyPr/>
        <a:lstStyle/>
        <a:p>
          <a:r>
            <a:rPr lang="en-US"/>
            <a:t>Optimize</a:t>
          </a:r>
        </a:p>
      </dgm:t>
    </dgm:pt>
    <dgm:pt modelId="{8449FE2C-89D2-4D85-A43D-CBC8F68E2343}" type="parTrans" cxnId="{9914AE07-729D-4692-A93B-B62CF1916537}">
      <dgm:prSet/>
      <dgm:spPr/>
      <dgm:t>
        <a:bodyPr/>
        <a:lstStyle/>
        <a:p>
          <a:endParaRPr lang="en-US"/>
        </a:p>
      </dgm:t>
    </dgm:pt>
    <dgm:pt modelId="{2375667A-BA32-4F09-83C3-33EB79417CD1}" type="sibTrans" cxnId="{9914AE07-729D-4692-A93B-B62CF1916537}">
      <dgm:prSet/>
      <dgm:spPr/>
      <dgm:t>
        <a:bodyPr/>
        <a:lstStyle/>
        <a:p>
          <a:endParaRPr lang="en-US"/>
        </a:p>
      </dgm:t>
    </dgm:pt>
    <dgm:pt modelId="{A771E039-DDA8-4F83-A212-9D00FF384767}">
      <dgm:prSet/>
      <dgm:spPr/>
      <dgm:t>
        <a:bodyPr/>
        <a:lstStyle/>
        <a:p>
          <a:r>
            <a:rPr lang="en-US"/>
            <a:t>Optimize chatbot responses.</a:t>
          </a:r>
        </a:p>
      </dgm:t>
    </dgm:pt>
    <dgm:pt modelId="{36F2A430-1685-41F0-9B1E-0D4FD3F95750}" type="parTrans" cxnId="{6867C86E-F52B-45DE-B37E-D5CA343EE147}">
      <dgm:prSet/>
      <dgm:spPr/>
      <dgm:t>
        <a:bodyPr/>
        <a:lstStyle/>
        <a:p>
          <a:endParaRPr lang="en-US"/>
        </a:p>
      </dgm:t>
    </dgm:pt>
    <dgm:pt modelId="{2B32C35E-0BC2-4F5A-AABE-958E4A64C365}" type="sibTrans" cxnId="{6867C86E-F52B-45DE-B37E-D5CA343EE147}">
      <dgm:prSet/>
      <dgm:spPr/>
      <dgm:t>
        <a:bodyPr/>
        <a:lstStyle/>
        <a:p>
          <a:endParaRPr lang="en-US"/>
        </a:p>
      </dgm:t>
    </dgm:pt>
    <dgm:pt modelId="{271210D3-32C5-4848-ADB6-34553BD2EF41}">
      <dgm:prSet/>
      <dgm:spPr>
        <a:solidFill>
          <a:schemeClr val="tx2"/>
        </a:solidFill>
      </dgm:spPr>
      <dgm:t>
        <a:bodyPr/>
        <a:lstStyle/>
        <a:p>
          <a:r>
            <a:rPr lang="en-US"/>
            <a:t>Perform</a:t>
          </a:r>
        </a:p>
      </dgm:t>
    </dgm:pt>
    <dgm:pt modelId="{3F3ADBBB-AD1D-47F5-8E70-F67E06670B70}" type="parTrans" cxnId="{277ADC7E-6C90-464A-AE0A-3F4AF3EFB193}">
      <dgm:prSet/>
      <dgm:spPr/>
      <dgm:t>
        <a:bodyPr/>
        <a:lstStyle/>
        <a:p>
          <a:endParaRPr lang="en-US"/>
        </a:p>
      </dgm:t>
    </dgm:pt>
    <dgm:pt modelId="{C3C8BED3-738D-4315-9A36-F28625BC0FF1}" type="sibTrans" cxnId="{277ADC7E-6C90-464A-AE0A-3F4AF3EFB193}">
      <dgm:prSet/>
      <dgm:spPr/>
      <dgm:t>
        <a:bodyPr/>
        <a:lstStyle/>
        <a:p>
          <a:endParaRPr lang="en-US"/>
        </a:p>
      </dgm:t>
    </dgm:pt>
    <dgm:pt modelId="{126EC546-F32C-430F-8C34-10036935EF30}">
      <dgm:prSet/>
      <dgm:spPr/>
      <dgm:t>
        <a:bodyPr/>
        <a:lstStyle/>
        <a:p>
          <a:r>
            <a:rPr lang="en-US"/>
            <a:t>Perform regression testing after fixes.</a:t>
          </a:r>
        </a:p>
      </dgm:t>
    </dgm:pt>
    <dgm:pt modelId="{5F04AE98-55E7-400B-B718-D86EFA5AB3C7}" type="parTrans" cxnId="{1DB70A16-5867-4CAF-9130-DDDA650CB31A}">
      <dgm:prSet/>
      <dgm:spPr/>
      <dgm:t>
        <a:bodyPr/>
        <a:lstStyle/>
        <a:p>
          <a:endParaRPr lang="en-US"/>
        </a:p>
      </dgm:t>
    </dgm:pt>
    <dgm:pt modelId="{705FA1A6-1FD7-4A82-9EBC-2C5BFEE66994}" type="sibTrans" cxnId="{1DB70A16-5867-4CAF-9130-DDDA650CB31A}">
      <dgm:prSet/>
      <dgm:spPr/>
      <dgm:t>
        <a:bodyPr/>
        <a:lstStyle/>
        <a:p>
          <a:endParaRPr lang="en-US"/>
        </a:p>
      </dgm:t>
    </dgm:pt>
    <dgm:pt modelId="{F45568AF-E0FA-4663-972A-C9CAAD692CE2}">
      <dgm:prSet/>
      <dgm:spPr>
        <a:solidFill>
          <a:schemeClr val="tx2"/>
        </a:solidFill>
      </dgm:spPr>
      <dgm:t>
        <a:bodyPr/>
        <a:lstStyle/>
        <a:p>
          <a:r>
            <a:rPr lang="en-US"/>
            <a:t>Prepare</a:t>
          </a:r>
        </a:p>
      </dgm:t>
    </dgm:pt>
    <dgm:pt modelId="{563D04A3-21A2-4DB5-9814-70D259721D0E}" type="parTrans" cxnId="{7B1FF4A5-5AD7-4747-9D6E-4E1DBB0180B2}">
      <dgm:prSet/>
      <dgm:spPr/>
      <dgm:t>
        <a:bodyPr/>
        <a:lstStyle/>
        <a:p>
          <a:endParaRPr lang="en-US"/>
        </a:p>
      </dgm:t>
    </dgm:pt>
    <dgm:pt modelId="{A50ED170-3BAE-4977-B511-6712C0E26B23}" type="sibTrans" cxnId="{7B1FF4A5-5AD7-4747-9D6E-4E1DBB0180B2}">
      <dgm:prSet/>
      <dgm:spPr/>
      <dgm:t>
        <a:bodyPr/>
        <a:lstStyle/>
        <a:p>
          <a:endParaRPr lang="en-US"/>
        </a:p>
      </dgm:t>
    </dgm:pt>
    <dgm:pt modelId="{A07C26F8-369F-4998-A4A8-62ACFD405EE8}">
      <dgm:prSet/>
      <dgm:spPr/>
      <dgm:t>
        <a:bodyPr/>
        <a:lstStyle/>
        <a:p>
          <a:r>
            <a:rPr lang="en-US"/>
            <a:t>Prepare chatbot for production-ready phase.</a:t>
          </a:r>
        </a:p>
      </dgm:t>
    </dgm:pt>
    <dgm:pt modelId="{26DAEA99-4F1B-4870-ABF7-027C6C42FDAD}" type="parTrans" cxnId="{18DEA5CF-E06A-40A6-946B-1ACD808899BA}">
      <dgm:prSet/>
      <dgm:spPr/>
      <dgm:t>
        <a:bodyPr/>
        <a:lstStyle/>
        <a:p>
          <a:endParaRPr lang="en-US"/>
        </a:p>
      </dgm:t>
    </dgm:pt>
    <dgm:pt modelId="{002D1B22-CC14-4DA0-ABC2-A77CA0023E8E}" type="sibTrans" cxnId="{18DEA5CF-E06A-40A6-946B-1ACD808899BA}">
      <dgm:prSet/>
      <dgm:spPr/>
      <dgm:t>
        <a:bodyPr/>
        <a:lstStyle/>
        <a:p>
          <a:endParaRPr lang="en-US"/>
        </a:p>
      </dgm:t>
    </dgm:pt>
    <dgm:pt modelId="{36AA600B-788A-45A2-BCF4-DC0FEF23064D}" type="pres">
      <dgm:prSet presAssocID="{576E3148-9BFC-4668-AA74-853E8A8DA7A1}" presName="Name0" presStyleCnt="0">
        <dgm:presLayoutVars>
          <dgm:dir/>
          <dgm:animLvl val="lvl"/>
          <dgm:resizeHandles val="exact"/>
        </dgm:presLayoutVars>
      </dgm:prSet>
      <dgm:spPr/>
    </dgm:pt>
    <dgm:pt modelId="{531CA60F-8BB5-4B30-A442-CDA861D24557}" type="pres">
      <dgm:prSet presAssocID="{F45568AF-E0FA-4663-972A-C9CAAD692CE2}" presName="boxAndChildren" presStyleCnt="0"/>
      <dgm:spPr/>
    </dgm:pt>
    <dgm:pt modelId="{3AFE61EE-E2C9-488B-ABE6-F8DBFAE9671B}" type="pres">
      <dgm:prSet presAssocID="{F45568AF-E0FA-4663-972A-C9CAAD692CE2}" presName="parentTextBox" presStyleLbl="alignNode1" presStyleIdx="0" presStyleCnt="5"/>
      <dgm:spPr/>
    </dgm:pt>
    <dgm:pt modelId="{CDF14028-B988-4E3D-9800-1A952EA44401}" type="pres">
      <dgm:prSet presAssocID="{F45568AF-E0FA-4663-972A-C9CAAD692CE2}" presName="descendantBox" presStyleLbl="bgAccFollowNode1" presStyleIdx="0" presStyleCnt="5"/>
      <dgm:spPr/>
    </dgm:pt>
    <dgm:pt modelId="{82D2D67B-7F9C-4557-8A6A-23D3067C499F}" type="pres">
      <dgm:prSet presAssocID="{C3C8BED3-738D-4315-9A36-F28625BC0FF1}" presName="sp" presStyleCnt="0"/>
      <dgm:spPr/>
    </dgm:pt>
    <dgm:pt modelId="{22C30DC7-D88D-41F1-A71A-7317116A9272}" type="pres">
      <dgm:prSet presAssocID="{271210D3-32C5-4848-ADB6-34553BD2EF41}" presName="arrowAndChildren" presStyleCnt="0"/>
      <dgm:spPr/>
    </dgm:pt>
    <dgm:pt modelId="{01C6C026-B5DD-4304-A31C-3C0275F0AE66}" type="pres">
      <dgm:prSet presAssocID="{271210D3-32C5-4848-ADB6-34553BD2EF41}" presName="parentTextArrow" presStyleLbl="node1" presStyleIdx="0" presStyleCnt="0"/>
      <dgm:spPr/>
    </dgm:pt>
    <dgm:pt modelId="{4AED062B-4509-416E-A373-592AC117B7E6}" type="pres">
      <dgm:prSet presAssocID="{271210D3-32C5-4848-ADB6-34553BD2EF41}" presName="arrow" presStyleLbl="alignNode1" presStyleIdx="1" presStyleCnt="5"/>
      <dgm:spPr/>
    </dgm:pt>
    <dgm:pt modelId="{D6213BD9-E06B-4DB4-971A-F92221B7BF5A}" type="pres">
      <dgm:prSet presAssocID="{271210D3-32C5-4848-ADB6-34553BD2EF41}" presName="descendantArrow" presStyleLbl="bgAccFollowNode1" presStyleIdx="1" presStyleCnt="5"/>
      <dgm:spPr/>
    </dgm:pt>
    <dgm:pt modelId="{506A2F2E-63E2-42B4-BAE6-301D4382A84E}" type="pres">
      <dgm:prSet presAssocID="{2375667A-BA32-4F09-83C3-33EB79417CD1}" presName="sp" presStyleCnt="0"/>
      <dgm:spPr/>
    </dgm:pt>
    <dgm:pt modelId="{79D80E61-E872-4E20-A21F-EDF490E1CC14}" type="pres">
      <dgm:prSet presAssocID="{82213B33-2B3E-420E-8063-485E9D3D7433}" presName="arrowAndChildren" presStyleCnt="0"/>
      <dgm:spPr/>
    </dgm:pt>
    <dgm:pt modelId="{02EDE1F2-9912-4B11-96D6-C6D41FE8772D}" type="pres">
      <dgm:prSet presAssocID="{82213B33-2B3E-420E-8063-485E9D3D7433}" presName="parentTextArrow" presStyleLbl="node1" presStyleIdx="0" presStyleCnt="0"/>
      <dgm:spPr/>
    </dgm:pt>
    <dgm:pt modelId="{F5D78196-F21C-41B1-9FCC-55275EF55525}" type="pres">
      <dgm:prSet presAssocID="{82213B33-2B3E-420E-8063-485E9D3D7433}" presName="arrow" presStyleLbl="alignNode1" presStyleIdx="2" presStyleCnt="5"/>
      <dgm:spPr/>
    </dgm:pt>
    <dgm:pt modelId="{7AC84260-FFAB-476E-B494-83AF8BA41252}" type="pres">
      <dgm:prSet presAssocID="{82213B33-2B3E-420E-8063-485E9D3D7433}" presName="descendantArrow" presStyleLbl="bgAccFollowNode1" presStyleIdx="2" presStyleCnt="5"/>
      <dgm:spPr/>
    </dgm:pt>
    <dgm:pt modelId="{B4D8B68C-5643-467C-9664-605E478807B0}" type="pres">
      <dgm:prSet presAssocID="{39A52901-02CD-46CB-8B59-F0778ADC9129}" presName="sp" presStyleCnt="0"/>
      <dgm:spPr/>
    </dgm:pt>
    <dgm:pt modelId="{379834E3-B94E-407C-851D-F5DF3F66DAF9}" type="pres">
      <dgm:prSet presAssocID="{4D4A52E0-1A4E-4092-B03D-08D437EDFC6C}" presName="arrowAndChildren" presStyleCnt="0"/>
      <dgm:spPr/>
    </dgm:pt>
    <dgm:pt modelId="{42B36115-36D8-4AC5-A74D-B1606C59EE07}" type="pres">
      <dgm:prSet presAssocID="{4D4A52E0-1A4E-4092-B03D-08D437EDFC6C}" presName="parentTextArrow" presStyleLbl="node1" presStyleIdx="0" presStyleCnt="0"/>
      <dgm:spPr/>
    </dgm:pt>
    <dgm:pt modelId="{66FF4D8D-4591-406D-B76B-D0E2F55F4D48}" type="pres">
      <dgm:prSet presAssocID="{4D4A52E0-1A4E-4092-B03D-08D437EDFC6C}" presName="arrow" presStyleLbl="alignNode1" presStyleIdx="3" presStyleCnt="5"/>
      <dgm:spPr/>
    </dgm:pt>
    <dgm:pt modelId="{12A73CE7-EC7B-46B4-83A5-E533E2571479}" type="pres">
      <dgm:prSet presAssocID="{4D4A52E0-1A4E-4092-B03D-08D437EDFC6C}" presName="descendantArrow" presStyleLbl="bgAccFollowNode1" presStyleIdx="3" presStyleCnt="5"/>
      <dgm:spPr/>
    </dgm:pt>
    <dgm:pt modelId="{7820857B-F8DE-4389-9941-C66EB768F42D}" type="pres">
      <dgm:prSet presAssocID="{D04F4FDA-9600-4CAB-BC59-803D5ACA9FDB}" presName="sp" presStyleCnt="0"/>
      <dgm:spPr/>
    </dgm:pt>
    <dgm:pt modelId="{5891CFDC-DD8C-4235-A6ED-B4D999A15429}" type="pres">
      <dgm:prSet presAssocID="{EE595A32-5F99-4DC6-9B26-F88B4BD84900}" presName="arrowAndChildren" presStyleCnt="0"/>
      <dgm:spPr/>
    </dgm:pt>
    <dgm:pt modelId="{51D1C7AA-E7AC-4AFF-B619-16AC5A4953C2}" type="pres">
      <dgm:prSet presAssocID="{EE595A32-5F99-4DC6-9B26-F88B4BD84900}" presName="parentTextArrow" presStyleLbl="node1" presStyleIdx="0" presStyleCnt="0"/>
      <dgm:spPr/>
    </dgm:pt>
    <dgm:pt modelId="{9BAAA9BF-BF93-4158-8E4D-EA31A3CC57E9}" type="pres">
      <dgm:prSet presAssocID="{EE595A32-5F99-4DC6-9B26-F88B4BD84900}" presName="arrow" presStyleLbl="alignNode1" presStyleIdx="4" presStyleCnt="5" custLinFactNeighborY="-5109"/>
      <dgm:spPr/>
    </dgm:pt>
    <dgm:pt modelId="{4EA40127-A6A1-402A-A8E2-062D19AFF294}" type="pres">
      <dgm:prSet presAssocID="{EE595A32-5F99-4DC6-9B26-F88B4BD84900}" presName="descendantArrow" presStyleLbl="bgAccFollowNode1" presStyleIdx="4" presStyleCnt="5"/>
      <dgm:spPr/>
    </dgm:pt>
  </dgm:ptLst>
  <dgm:cxnLst>
    <dgm:cxn modelId="{9914AE07-729D-4692-A93B-B62CF1916537}" srcId="{576E3148-9BFC-4668-AA74-853E8A8DA7A1}" destId="{82213B33-2B3E-420E-8063-485E9D3D7433}" srcOrd="2" destOrd="0" parTransId="{8449FE2C-89D2-4D85-A43D-CBC8F68E2343}" sibTransId="{2375667A-BA32-4F09-83C3-33EB79417CD1}"/>
    <dgm:cxn modelId="{2DF19B13-7AB7-43C6-8230-8B4983BB86E1}" srcId="{576E3148-9BFC-4668-AA74-853E8A8DA7A1}" destId="{4D4A52E0-1A4E-4092-B03D-08D437EDFC6C}" srcOrd="1" destOrd="0" parTransId="{49DEC482-2B9F-4DAE-8AA4-8BF8BBA96BD4}" sibTransId="{39A52901-02CD-46CB-8B59-F0778ADC9129}"/>
    <dgm:cxn modelId="{1DB70A16-5867-4CAF-9130-DDDA650CB31A}" srcId="{271210D3-32C5-4848-ADB6-34553BD2EF41}" destId="{126EC546-F32C-430F-8C34-10036935EF30}" srcOrd="0" destOrd="0" parTransId="{5F04AE98-55E7-400B-B718-D86EFA5AB3C7}" sibTransId="{705FA1A6-1FD7-4A82-9EBC-2C5BFEE66994}"/>
    <dgm:cxn modelId="{233B1B1D-2F66-43CD-A913-51A6D71A4B79}" type="presOf" srcId="{A07C26F8-369F-4998-A4A8-62ACFD405EE8}" destId="{CDF14028-B988-4E3D-9800-1A952EA44401}" srcOrd="0" destOrd="0" presId="urn:microsoft.com/office/officeart/2016/7/layout/VerticalDownArrowProcess"/>
    <dgm:cxn modelId="{C399DF2F-F6BE-405F-939B-2256138AD22F}" type="presOf" srcId="{F45568AF-E0FA-4663-972A-C9CAAD692CE2}" destId="{3AFE61EE-E2C9-488B-ABE6-F8DBFAE9671B}" srcOrd="0" destOrd="0" presId="urn:microsoft.com/office/officeart/2016/7/layout/VerticalDownArrowProcess"/>
    <dgm:cxn modelId="{C4231E48-914C-45FD-AD5B-4D8FA36F2C51}" type="presOf" srcId="{EE595A32-5F99-4DC6-9B26-F88B4BD84900}" destId="{51D1C7AA-E7AC-4AFF-B619-16AC5A4953C2}" srcOrd="0" destOrd="0" presId="urn:microsoft.com/office/officeart/2016/7/layout/VerticalDownArrowProcess"/>
    <dgm:cxn modelId="{D202314E-CC8A-4AE7-B281-B6CA9CC2EA6B}" type="presOf" srcId="{82213B33-2B3E-420E-8063-485E9D3D7433}" destId="{F5D78196-F21C-41B1-9FCC-55275EF55525}" srcOrd="1" destOrd="0" presId="urn:microsoft.com/office/officeart/2016/7/layout/VerticalDownArrowProcess"/>
    <dgm:cxn modelId="{6867C86E-F52B-45DE-B37E-D5CA343EE147}" srcId="{82213B33-2B3E-420E-8063-485E9D3D7433}" destId="{A771E039-DDA8-4F83-A212-9D00FF384767}" srcOrd="0" destOrd="0" parTransId="{36F2A430-1685-41F0-9B1E-0D4FD3F95750}" sibTransId="{2B32C35E-0BC2-4F5A-AABE-958E4A64C365}"/>
    <dgm:cxn modelId="{3A4C716F-78BE-4C21-A254-C0F29A974A80}" type="presOf" srcId="{4D4A52E0-1A4E-4092-B03D-08D437EDFC6C}" destId="{66FF4D8D-4591-406D-B76B-D0E2F55F4D48}" srcOrd="1" destOrd="0" presId="urn:microsoft.com/office/officeart/2016/7/layout/VerticalDownArrowProcess"/>
    <dgm:cxn modelId="{66A72C55-249A-423D-9A5B-CD0104F90645}" type="presOf" srcId="{EE595A32-5F99-4DC6-9B26-F88B4BD84900}" destId="{9BAAA9BF-BF93-4158-8E4D-EA31A3CC57E9}" srcOrd="1" destOrd="0" presId="urn:microsoft.com/office/officeart/2016/7/layout/VerticalDownArrowProcess"/>
    <dgm:cxn modelId="{D76A337A-8B7B-4F16-9A21-B92E926E5796}" type="presOf" srcId="{C6D634E3-F0DB-4858-AADA-437B5C997F26}" destId="{12A73CE7-EC7B-46B4-83A5-E533E2571479}" srcOrd="0" destOrd="0" presId="urn:microsoft.com/office/officeart/2016/7/layout/VerticalDownArrowProcess"/>
    <dgm:cxn modelId="{277ADC7E-6C90-464A-AE0A-3F4AF3EFB193}" srcId="{576E3148-9BFC-4668-AA74-853E8A8DA7A1}" destId="{271210D3-32C5-4848-ADB6-34553BD2EF41}" srcOrd="3" destOrd="0" parTransId="{3F3ADBBB-AD1D-47F5-8E70-F67E06670B70}" sibTransId="{C3C8BED3-738D-4315-9A36-F28625BC0FF1}"/>
    <dgm:cxn modelId="{9892768E-6AD5-4CA9-A04D-2BFC0BC97303}" type="presOf" srcId="{271210D3-32C5-4848-ADB6-34553BD2EF41}" destId="{01C6C026-B5DD-4304-A31C-3C0275F0AE66}" srcOrd="0" destOrd="0" presId="urn:microsoft.com/office/officeart/2016/7/layout/VerticalDownArrowProcess"/>
    <dgm:cxn modelId="{7B1FF4A5-5AD7-4747-9D6E-4E1DBB0180B2}" srcId="{576E3148-9BFC-4668-AA74-853E8A8DA7A1}" destId="{F45568AF-E0FA-4663-972A-C9CAAD692CE2}" srcOrd="4" destOrd="0" parTransId="{563D04A3-21A2-4DB5-9814-70D259721D0E}" sibTransId="{A50ED170-3BAE-4977-B511-6712C0E26B23}"/>
    <dgm:cxn modelId="{A9DC66A7-6EF3-4E32-B18F-13C0C1140F5E}" type="presOf" srcId="{576E3148-9BFC-4668-AA74-853E8A8DA7A1}" destId="{36AA600B-788A-45A2-BCF4-DC0FEF23064D}" srcOrd="0" destOrd="0" presId="urn:microsoft.com/office/officeart/2016/7/layout/VerticalDownArrowProcess"/>
    <dgm:cxn modelId="{98DEF0A7-EC36-472B-8A9B-E6FA5D80F026}" type="presOf" srcId="{126EC546-F32C-430F-8C34-10036935EF30}" destId="{D6213BD9-E06B-4DB4-971A-F92221B7BF5A}" srcOrd="0" destOrd="0" presId="urn:microsoft.com/office/officeart/2016/7/layout/VerticalDownArrowProcess"/>
    <dgm:cxn modelId="{80E6A4AE-2826-4BAC-A6B4-6BDE182B9FD8}" type="presOf" srcId="{7EEFE089-B8AD-441A-90F4-AFD928AFA9B4}" destId="{4EA40127-A6A1-402A-A8E2-062D19AFF294}" srcOrd="0" destOrd="0" presId="urn:microsoft.com/office/officeart/2016/7/layout/VerticalDownArrowProcess"/>
    <dgm:cxn modelId="{475019C0-9555-4B96-988E-CA67FC3F1821}" srcId="{4D4A52E0-1A4E-4092-B03D-08D437EDFC6C}" destId="{C6D634E3-F0DB-4858-AADA-437B5C997F26}" srcOrd="0" destOrd="0" parTransId="{EC389597-8BE1-4278-B6C5-215E0B91F6CC}" sibTransId="{A869A2ED-B13C-47CD-90F8-02C4CB75B513}"/>
    <dgm:cxn modelId="{B0FDC7CC-B78B-485F-A278-2CF5C976C873}" type="presOf" srcId="{271210D3-32C5-4848-ADB6-34553BD2EF41}" destId="{4AED062B-4509-416E-A373-592AC117B7E6}" srcOrd="1" destOrd="0" presId="urn:microsoft.com/office/officeart/2016/7/layout/VerticalDownArrowProcess"/>
    <dgm:cxn modelId="{18DEA5CF-E06A-40A6-946B-1ACD808899BA}" srcId="{F45568AF-E0FA-4663-972A-C9CAAD692CE2}" destId="{A07C26F8-369F-4998-A4A8-62ACFD405EE8}" srcOrd="0" destOrd="0" parTransId="{26DAEA99-4F1B-4870-ABF7-027C6C42FDAD}" sibTransId="{002D1B22-CC14-4DA0-ABC2-A77CA0023E8E}"/>
    <dgm:cxn modelId="{21B650D6-2244-419D-A81F-634969C1F113}" type="presOf" srcId="{4D4A52E0-1A4E-4092-B03D-08D437EDFC6C}" destId="{42B36115-36D8-4AC5-A74D-B1606C59EE07}" srcOrd="0" destOrd="0" presId="urn:microsoft.com/office/officeart/2016/7/layout/VerticalDownArrowProcess"/>
    <dgm:cxn modelId="{071B3FD9-B0D5-4C8D-81CE-9E7A2A556E20}" srcId="{EE595A32-5F99-4DC6-9B26-F88B4BD84900}" destId="{7EEFE089-B8AD-441A-90F4-AFD928AFA9B4}" srcOrd="0" destOrd="0" parTransId="{6B582BD1-62C9-45A7-8950-5FD49E2D1ED9}" sibTransId="{8108112D-C7B5-4720-A8AD-75D49B9F83A0}"/>
    <dgm:cxn modelId="{69CCF3EF-F3D0-46B2-B060-878DB7422CCE}" type="presOf" srcId="{82213B33-2B3E-420E-8063-485E9D3D7433}" destId="{02EDE1F2-9912-4B11-96D6-C6D41FE8772D}" srcOrd="0" destOrd="0" presId="urn:microsoft.com/office/officeart/2016/7/layout/VerticalDownArrowProcess"/>
    <dgm:cxn modelId="{696494F6-C377-4956-870D-D54EB2C1E8EA}" type="presOf" srcId="{A771E039-DDA8-4F83-A212-9D00FF384767}" destId="{7AC84260-FFAB-476E-B494-83AF8BA41252}" srcOrd="0" destOrd="0" presId="urn:microsoft.com/office/officeart/2016/7/layout/VerticalDownArrowProcess"/>
    <dgm:cxn modelId="{74925BF9-047F-48CC-8249-9AD4CA45A6AC}" srcId="{576E3148-9BFC-4668-AA74-853E8A8DA7A1}" destId="{EE595A32-5F99-4DC6-9B26-F88B4BD84900}" srcOrd="0" destOrd="0" parTransId="{F84DB5C6-8227-4841-AAFB-CEDB619AA58A}" sibTransId="{D04F4FDA-9600-4CAB-BC59-803D5ACA9FDB}"/>
    <dgm:cxn modelId="{6FAB150C-BF0D-475A-B2B2-394B6055A8A7}" type="presParOf" srcId="{36AA600B-788A-45A2-BCF4-DC0FEF23064D}" destId="{531CA60F-8BB5-4B30-A442-CDA861D24557}" srcOrd="0" destOrd="0" presId="urn:microsoft.com/office/officeart/2016/7/layout/VerticalDownArrowProcess"/>
    <dgm:cxn modelId="{CA855305-2930-4AA5-B92E-E6665018DA2C}" type="presParOf" srcId="{531CA60F-8BB5-4B30-A442-CDA861D24557}" destId="{3AFE61EE-E2C9-488B-ABE6-F8DBFAE9671B}" srcOrd="0" destOrd="0" presId="urn:microsoft.com/office/officeart/2016/7/layout/VerticalDownArrowProcess"/>
    <dgm:cxn modelId="{24F2F611-9AEC-40A0-A574-ABA0BF0562C7}" type="presParOf" srcId="{531CA60F-8BB5-4B30-A442-CDA861D24557}" destId="{CDF14028-B988-4E3D-9800-1A952EA44401}" srcOrd="1" destOrd="0" presId="urn:microsoft.com/office/officeart/2016/7/layout/VerticalDownArrowProcess"/>
    <dgm:cxn modelId="{134364F2-097B-40A8-AA13-14F542E6A0A0}" type="presParOf" srcId="{36AA600B-788A-45A2-BCF4-DC0FEF23064D}" destId="{82D2D67B-7F9C-4557-8A6A-23D3067C499F}" srcOrd="1" destOrd="0" presId="urn:microsoft.com/office/officeart/2016/7/layout/VerticalDownArrowProcess"/>
    <dgm:cxn modelId="{88D3B6C2-CB0F-4B69-B664-2781C3FEDF94}" type="presParOf" srcId="{36AA600B-788A-45A2-BCF4-DC0FEF23064D}" destId="{22C30DC7-D88D-41F1-A71A-7317116A9272}" srcOrd="2" destOrd="0" presId="urn:microsoft.com/office/officeart/2016/7/layout/VerticalDownArrowProcess"/>
    <dgm:cxn modelId="{3EC8F696-4371-429E-80CC-6B55484A1927}" type="presParOf" srcId="{22C30DC7-D88D-41F1-A71A-7317116A9272}" destId="{01C6C026-B5DD-4304-A31C-3C0275F0AE66}" srcOrd="0" destOrd="0" presId="urn:microsoft.com/office/officeart/2016/7/layout/VerticalDownArrowProcess"/>
    <dgm:cxn modelId="{524E976E-BBD3-491C-8D4F-58B9CD6C1DDF}" type="presParOf" srcId="{22C30DC7-D88D-41F1-A71A-7317116A9272}" destId="{4AED062B-4509-416E-A373-592AC117B7E6}" srcOrd="1" destOrd="0" presId="urn:microsoft.com/office/officeart/2016/7/layout/VerticalDownArrowProcess"/>
    <dgm:cxn modelId="{84BF3FC2-8C03-4A34-A5FC-C276A8032503}" type="presParOf" srcId="{22C30DC7-D88D-41F1-A71A-7317116A9272}" destId="{D6213BD9-E06B-4DB4-971A-F92221B7BF5A}" srcOrd="2" destOrd="0" presId="urn:microsoft.com/office/officeart/2016/7/layout/VerticalDownArrowProcess"/>
    <dgm:cxn modelId="{B07E8A8E-78B1-493F-BEF0-95AD28488D20}" type="presParOf" srcId="{36AA600B-788A-45A2-BCF4-DC0FEF23064D}" destId="{506A2F2E-63E2-42B4-BAE6-301D4382A84E}" srcOrd="3" destOrd="0" presId="urn:microsoft.com/office/officeart/2016/7/layout/VerticalDownArrowProcess"/>
    <dgm:cxn modelId="{C67D5230-DB39-4FEC-8E47-FE097B8CDE4E}" type="presParOf" srcId="{36AA600B-788A-45A2-BCF4-DC0FEF23064D}" destId="{79D80E61-E872-4E20-A21F-EDF490E1CC14}" srcOrd="4" destOrd="0" presId="urn:microsoft.com/office/officeart/2016/7/layout/VerticalDownArrowProcess"/>
    <dgm:cxn modelId="{912E4524-1F38-49C2-83AE-F1D19CC23107}" type="presParOf" srcId="{79D80E61-E872-4E20-A21F-EDF490E1CC14}" destId="{02EDE1F2-9912-4B11-96D6-C6D41FE8772D}" srcOrd="0" destOrd="0" presId="urn:microsoft.com/office/officeart/2016/7/layout/VerticalDownArrowProcess"/>
    <dgm:cxn modelId="{7BFFC109-39A8-4FA4-B5DB-7C937502E806}" type="presParOf" srcId="{79D80E61-E872-4E20-A21F-EDF490E1CC14}" destId="{F5D78196-F21C-41B1-9FCC-55275EF55525}" srcOrd="1" destOrd="0" presId="urn:microsoft.com/office/officeart/2016/7/layout/VerticalDownArrowProcess"/>
    <dgm:cxn modelId="{EA4AF8EB-AABF-4551-A5C2-3F6E85BBE7A6}" type="presParOf" srcId="{79D80E61-E872-4E20-A21F-EDF490E1CC14}" destId="{7AC84260-FFAB-476E-B494-83AF8BA41252}" srcOrd="2" destOrd="0" presId="urn:microsoft.com/office/officeart/2016/7/layout/VerticalDownArrowProcess"/>
    <dgm:cxn modelId="{80245534-5CD5-43D4-9F8B-0523C6A987C2}" type="presParOf" srcId="{36AA600B-788A-45A2-BCF4-DC0FEF23064D}" destId="{B4D8B68C-5643-467C-9664-605E478807B0}" srcOrd="5" destOrd="0" presId="urn:microsoft.com/office/officeart/2016/7/layout/VerticalDownArrowProcess"/>
    <dgm:cxn modelId="{2FD1A941-960D-4817-A48F-29B27F906855}" type="presParOf" srcId="{36AA600B-788A-45A2-BCF4-DC0FEF23064D}" destId="{379834E3-B94E-407C-851D-F5DF3F66DAF9}" srcOrd="6" destOrd="0" presId="urn:microsoft.com/office/officeart/2016/7/layout/VerticalDownArrowProcess"/>
    <dgm:cxn modelId="{256D48A8-46E0-4805-A321-4438A4BB9E89}" type="presParOf" srcId="{379834E3-B94E-407C-851D-F5DF3F66DAF9}" destId="{42B36115-36D8-4AC5-A74D-B1606C59EE07}" srcOrd="0" destOrd="0" presId="urn:microsoft.com/office/officeart/2016/7/layout/VerticalDownArrowProcess"/>
    <dgm:cxn modelId="{E55A9A49-4F89-4218-BDE0-349A5AE4F52C}" type="presParOf" srcId="{379834E3-B94E-407C-851D-F5DF3F66DAF9}" destId="{66FF4D8D-4591-406D-B76B-D0E2F55F4D48}" srcOrd="1" destOrd="0" presId="urn:microsoft.com/office/officeart/2016/7/layout/VerticalDownArrowProcess"/>
    <dgm:cxn modelId="{52A5FD78-9832-4AA0-B64F-CA0224F9F4FF}" type="presParOf" srcId="{379834E3-B94E-407C-851D-F5DF3F66DAF9}" destId="{12A73CE7-EC7B-46B4-83A5-E533E2571479}" srcOrd="2" destOrd="0" presId="urn:microsoft.com/office/officeart/2016/7/layout/VerticalDownArrowProcess"/>
    <dgm:cxn modelId="{3471372D-AF8B-4CC5-9578-8D9A98E80672}" type="presParOf" srcId="{36AA600B-788A-45A2-BCF4-DC0FEF23064D}" destId="{7820857B-F8DE-4389-9941-C66EB768F42D}" srcOrd="7" destOrd="0" presId="urn:microsoft.com/office/officeart/2016/7/layout/VerticalDownArrowProcess"/>
    <dgm:cxn modelId="{AD03709C-6D7C-4DC8-BBFF-8B0D76958F6D}" type="presParOf" srcId="{36AA600B-788A-45A2-BCF4-DC0FEF23064D}" destId="{5891CFDC-DD8C-4235-A6ED-B4D999A15429}" srcOrd="8" destOrd="0" presId="urn:microsoft.com/office/officeart/2016/7/layout/VerticalDownArrowProcess"/>
    <dgm:cxn modelId="{41C6ED5B-DA03-4918-A9CF-28C659604A6C}" type="presParOf" srcId="{5891CFDC-DD8C-4235-A6ED-B4D999A15429}" destId="{51D1C7AA-E7AC-4AFF-B619-16AC5A4953C2}" srcOrd="0" destOrd="0" presId="urn:microsoft.com/office/officeart/2016/7/layout/VerticalDownArrowProcess"/>
    <dgm:cxn modelId="{B33C71B4-1BDE-4635-89D3-87D04775C041}" type="presParOf" srcId="{5891CFDC-DD8C-4235-A6ED-B4D999A15429}" destId="{9BAAA9BF-BF93-4158-8E4D-EA31A3CC57E9}" srcOrd="1" destOrd="0" presId="urn:microsoft.com/office/officeart/2016/7/layout/VerticalDownArrowProcess"/>
    <dgm:cxn modelId="{45D8807F-C7F4-475C-9C23-165A418A6F98}" type="presParOf" srcId="{5891CFDC-DD8C-4235-A6ED-B4D999A15429}" destId="{4EA40127-A6A1-402A-A8E2-062D19AFF29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15744-603C-4E70-BB47-C166C3A63A57}">
      <dsp:nvSpPr>
        <dsp:cNvPr id="0" name=""/>
        <dsp:cNvSpPr/>
      </dsp:nvSpPr>
      <dsp:spPr>
        <a:xfrm>
          <a:off x="0" y="724118"/>
          <a:ext cx="7300912" cy="1336833"/>
        </a:xfrm>
        <a:prstGeom prst="roundRect">
          <a:avLst>
            <a:gd name="adj" fmla="val 1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A023A-511D-4D46-B14A-D245DA0C38A3}">
      <dsp:nvSpPr>
        <dsp:cNvPr id="0" name=""/>
        <dsp:cNvSpPr/>
      </dsp:nvSpPr>
      <dsp:spPr>
        <a:xfrm>
          <a:off x="404392" y="1024905"/>
          <a:ext cx="735258" cy="7352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FA1B5-3316-4D85-B1F7-C8FB95FFAE59}">
      <dsp:nvSpPr>
        <dsp:cNvPr id="0" name=""/>
        <dsp:cNvSpPr/>
      </dsp:nvSpPr>
      <dsp:spPr>
        <a:xfrm>
          <a:off x="1544043" y="724118"/>
          <a:ext cx="5756868" cy="1336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482" tIns="141482" rIns="141482" bIns="1414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chatbot was designed to recover gracefully whenever invalid input or unexpected situations occur.</a:t>
          </a:r>
        </a:p>
      </dsp:txBody>
      <dsp:txXfrm>
        <a:off x="1544043" y="724118"/>
        <a:ext cx="5756868" cy="1336833"/>
      </dsp:txXfrm>
    </dsp:sp>
    <dsp:sp modelId="{40635B9C-790A-46A2-8288-25F26B7E82E7}">
      <dsp:nvSpPr>
        <dsp:cNvPr id="0" name=""/>
        <dsp:cNvSpPr/>
      </dsp:nvSpPr>
      <dsp:spPr>
        <a:xfrm>
          <a:off x="0" y="2395160"/>
          <a:ext cx="7300912" cy="1336833"/>
        </a:xfrm>
        <a:prstGeom prst="roundRect">
          <a:avLst>
            <a:gd name="adj" fmla="val 1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DBBD1-EF8B-4A5D-9301-2526111DC592}">
      <dsp:nvSpPr>
        <dsp:cNvPr id="0" name=""/>
        <dsp:cNvSpPr/>
      </dsp:nvSpPr>
      <dsp:spPr>
        <a:xfrm>
          <a:off x="404392" y="2695948"/>
          <a:ext cx="735258" cy="7352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09F35-ED41-4F91-9B36-E47C672A1227}">
      <dsp:nvSpPr>
        <dsp:cNvPr id="0" name=""/>
        <dsp:cNvSpPr/>
      </dsp:nvSpPr>
      <dsp:spPr>
        <a:xfrm>
          <a:off x="1544043" y="2395160"/>
          <a:ext cx="3285410" cy="1336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482" tIns="141482" rIns="141482" bIns="1414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Retry Policy</a:t>
          </a:r>
          <a:endParaRPr lang="en-US" sz="2200" kern="1200"/>
        </a:p>
      </dsp:txBody>
      <dsp:txXfrm>
        <a:off x="1544043" y="2395160"/>
        <a:ext cx="3285410" cy="1336833"/>
      </dsp:txXfrm>
    </dsp:sp>
    <dsp:sp modelId="{993EA0A7-EB02-4D36-A721-16BB18A70994}">
      <dsp:nvSpPr>
        <dsp:cNvPr id="0" name=""/>
        <dsp:cNvSpPr/>
      </dsp:nvSpPr>
      <dsp:spPr>
        <a:xfrm>
          <a:off x="4147528" y="2357007"/>
          <a:ext cx="2471458" cy="1336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482" tIns="141482" rIns="141482" bIns="14148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Authentication → Maximum 3 attempts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API Timeout → Automatic Retry</a:t>
          </a:r>
        </a:p>
      </dsp:txBody>
      <dsp:txXfrm>
        <a:off x="4147528" y="2357007"/>
        <a:ext cx="2471458" cy="13368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738C0-6F6A-4B4B-BF31-955AC2B1EF11}">
      <dsp:nvSpPr>
        <dsp:cNvPr id="0" name=""/>
        <dsp:cNvSpPr/>
      </dsp:nvSpPr>
      <dsp:spPr>
        <a:xfrm>
          <a:off x="856582" y="46568"/>
          <a:ext cx="739748" cy="7397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BC057-D12E-42EB-A2AA-5021C08AE84E}">
      <dsp:nvSpPr>
        <dsp:cNvPr id="0" name=""/>
        <dsp:cNvSpPr/>
      </dsp:nvSpPr>
      <dsp:spPr>
        <a:xfrm>
          <a:off x="1011930" y="201916"/>
          <a:ext cx="429054" cy="42905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06D45-CB4D-4ED8-9EF6-1AC58E6A9C66}">
      <dsp:nvSpPr>
        <dsp:cNvPr id="0" name=""/>
        <dsp:cNvSpPr/>
      </dsp:nvSpPr>
      <dsp:spPr>
        <a:xfrm>
          <a:off x="1754849" y="46568"/>
          <a:ext cx="1743693" cy="739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Preserve conversation context</a:t>
          </a:r>
        </a:p>
      </dsp:txBody>
      <dsp:txXfrm>
        <a:off x="1754849" y="46568"/>
        <a:ext cx="1743693" cy="739748"/>
      </dsp:txXfrm>
    </dsp:sp>
    <dsp:sp modelId="{C9A92282-45C3-48E0-A11E-A8C243B50C1E}">
      <dsp:nvSpPr>
        <dsp:cNvPr id="0" name=""/>
        <dsp:cNvSpPr/>
      </dsp:nvSpPr>
      <dsp:spPr>
        <a:xfrm>
          <a:off x="3802368" y="46568"/>
          <a:ext cx="739748" cy="7397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892DF-B645-43ED-8686-3726647B8ED3}">
      <dsp:nvSpPr>
        <dsp:cNvPr id="0" name=""/>
        <dsp:cNvSpPr/>
      </dsp:nvSpPr>
      <dsp:spPr>
        <a:xfrm>
          <a:off x="3957716" y="201916"/>
          <a:ext cx="429054" cy="429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9163E-5EAF-4809-AE51-18AC1DBFF5ED}">
      <dsp:nvSpPr>
        <dsp:cNvPr id="0" name=""/>
        <dsp:cNvSpPr/>
      </dsp:nvSpPr>
      <dsp:spPr>
        <a:xfrm>
          <a:off x="4700635" y="46568"/>
          <a:ext cx="1743693" cy="739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Maintains session consistency</a:t>
          </a:r>
        </a:p>
      </dsp:txBody>
      <dsp:txXfrm>
        <a:off x="4700635" y="46568"/>
        <a:ext cx="1743693" cy="739748"/>
      </dsp:txXfrm>
    </dsp:sp>
    <dsp:sp modelId="{09AD3FED-34C6-4B09-A21C-0B11FE983D6C}">
      <dsp:nvSpPr>
        <dsp:cNvPr id="0" name=""/>
        <dsp:cNvSpPr/>
      </dsp:nvSpPr>
      <dsp:spPr>
        <a:xfrm>
          <a:off x="856582" y="1381932"/>
          <a:ext cx="739748" cy="7397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E6AB4-26AE-43F8-B630-3F3DDBC91FDF}">
      <dsp:nvSpPr>
        <dsp:cNvPr id="0" name=""/>
        <dsp:cNvSpPr/>
      </dsp:nvSpPr>
      <dsp:spPr>
        <a:xfrm>
          <a:off x="1011930" y="1537279"/>
          <a:ext cx="429054" cy="429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87049-E224-4DFE-BEEB-DDA27BA279B9}">
      <dsp:nvSpPr>
        <dsp:cNvPr id="0" name=""/>
        <dsp:cNvSpPr/>
      </dsp:nvSpPr>
      <dsp:spPr>
        <a:xfrm>
          <a:off x="1754849" y="1381932"/>
          <a:ext cx="1743693" cy="739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hallucinations</a:t>
          </a:r>
        </a:p>
      </dsp:txBody>
      <dsp:txXfrm>
        <a:off x="1754849" y="1381932"/>
        <a:ext cx="1743693" cy="739748"/>
      </dsp:txXfrm>
    </dsp:sp>
    <dsp:sp modelId="{2FFB9C57-A018-4400-BB8B-8A563518B0EA}">
      <dsp:nvSpPr>
        <dsp:cNvPr id="0" name=""/>
        <dsp:cNvSpPr/>
      </dsp:nvSpPr>
      <dsp:spPr>
        <a:xfrm>
          <a:off x="3802368" y="1381932"/>
          <a:ext cx="739748" cy="7397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A7267-1F0B-471C-823B-F6E880C7A8A4}">
      <dsp:nvSpPr>
        <dsp:cNvPr id="0" name=""/>
        <dsp:cNvSpPr/>
      </dsp:nvSpPr>
      <dsp:spPr>
        <a:xfrm>
          <a:off x="3957716" y="1537279"/>
          <a:ext cx="429054" cy="429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A641C-500A-4206-BF00-B4D3419F0ADE}">
      <dsp:nvSpPr>
        <dsp:cNvPr id="0" name=""/>
        <dsp:cNvSpPr/>
      </dsp:nvSpPr>
      <dsp:spPr>
        <a:xfrm>
          <a:off x="4700635" y="1381932"/>
          <a:ext cx="1743693" cy="739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Improves chatbot security</a:t>
          </a:r>
        </a:p>
      </dsp:txBody>
      <dsp:txXfrm>
        <a:off x="4700635" y="1381932"/>
        <a:ext cx="1743693" cy="739748"/>
      </dsp:txXfrm>
    </dsp:sp>
    <dsp:sp modelId="{4E0E99AC-0B09-4252-B950-39F1E109E776}">
      <dsp:nvSpPr>
        <dsp:cNvPr id="0" name=""/>
        <dsp:cNvSpPr/>
      </dsp:nvSpPr>
      <dsp:spPr>
        <a:xfrm>
          <a:off x="856582" y="2717295"/>
          <a:ext cx="739748" cy="7397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F9D4C-116E-4FD9-B0EA-E4ABCA7F5F8C}">
      <dsp:nvSpPr>
        <dsp:cNvPr id="0" name=""/>
        <dsp:cNvSpPr/>
      </dsp:nvSpPr>
      <dsp:spPr>
        <a:xfrm>
          <a:off x="1011930" y="2872642"/>
          <a:ext cx="429054" cy="429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429C7-C5A5-4D2C-B683-073EE1437C2E}">
      <dsp:nvSpPr>
        <dsp:cNvPr id="0" name=""/>
        <dsp:cNvSpPr/>
      </dsp:nvSpPr>
      <dsp:spPr>
        <a:xfrm>
          <a:off x="1754849" y="2717295"/>
          <a:ext cx="1743693" cy="739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Protects customer privacy</a:t>
          </a:r>
        </a:p>
      </dsp:txBody>
      <dsp:txXfrm>
        <a:off x="1754849" y="2717295"/>
        <a:ext cx="1743693" cy="739748"/>
      </dsp:txXfrm>
    </dsp:sp>
    <dsp:sp modelId="{D01AB60D-1C18-46C6-B1EF-5EF2AD504183}">
      <dsp:nvSpPr>
        <dsp:cNvPr id="0" name=""/>
        <dsp:cNvSpPr/>
      </dsp:nvSpPr>
      <dsp:spPr>
        <a:xfrm>
          <a:off x="3802368" y="2717295"/>
          <a:ext cx="739748" cy="7397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D52C3-1DBC-47D0-ADF2-8C7C0846028D}">
      <dsp:nvSpPr>
        <dsp:cNvPr id="0" name=""/>
        <dsp:cNvSpPr/>
      </dsp:nvSpPr>
      <dsp:spPr>
        <a:xfrm>
          <a:off x="3957716" y="2872642"/>
          <a:ext cx="429054" cy="429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7DDC5-F2EE-4E86-99DA-AFDD0E28F67D}">
      <dsp:nvSpPr>
        <dsp:cNvPr id="0" name=""/>
        <dsp:cNvSpPr/>
      </dsp:nvSpPr>
      <dsp:spPr>
        <a:xfrm>
          <a:off x="4700635" y="2717295"/>
          <a:ext cx="1743693" cy="739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Enhances overall conversation reliability</a:t>
          </a:r>
        </a:p>
      </dsp:txBody>
      <dsp:txXfrm>
        <a:off x="4700635" y="2717295"/>
        <a:ext cx="1743693" cy="7397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CDA45-C26F-4EC1-BEBB-F6F8246C008B}">
      <dsp:nvSpPr>
        <dsp:cNvPr id="0" name=""/>
        <dsp:cNvSpPr/>
      </dsp:nvSpPr>
      <dsp:spPr>
        <a:xfrm rot="5400000">
          <a:off x="3607215" y="-1076202"/>
          <a:ext cx="1594179" cy="41452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Scenario evaluation setup completed.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Multiple scenarios executed successfully.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Scenario prompts and evaluation conditions are being improved to achieve higher pass rates.</a:t>
          </a:r>
        </a:p>
      </dsp:txBody>
      <dsp:txXfrm rot="-5400000">
        <a:off x="2331691" y="277143"/>
        <a:ext cx="4067407" cy="1438537"/>
      </dsp:txXfrm>
    </dsp:sp>
    <dsp:sp modelId="{B7038C74-FA01-4919-A95A-ACFCC62A06C9}">
      <dsp:nvSpPr>
        <dsp:cNvPr id="0" name=""/>
        <dsp:cNvSpPr/>
      </dsp:nvSpPr>
      <dsp:spPr>
        <a:xfrm>
          <a:off x="0" y="49"/>
          <a:ext cx="2331690" cy="19927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Current Status</a:t>
          </a:r>
          <a:endParaRPr lang="en-US" sz="3600" kern="1200"/>
        </a:p>
      </dsp:txBody>
      <dsp:txXfrm>
        <a:off x="97277" y="97326"/>
        <a:ext cx="2137136" cy="1798170"/>
      </dsp:txXfrm>
    </dsp:sp>
    <dsp:sp modelId="{2BC360D3-E1FA-451B-817F-9691FA72D491}">
      <dsp:nvSpPr>
        <dsp:cNvPr id="0" name=""/>
        <dsp:cNvSpPr/>
      </dsp:nvSpPr>
      <dsp:spPr>
        <a:xfrm rot="5400000">
          <a:off x="3607215" y="1016158"/>
          <a:ext cx="1594179" cy="41452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Policy Inquiry, Benefits Information, Claim Status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Policy Renewal, New Claim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Motor, Health &amp; Life Onboarding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Human Escalation</a:t>
          </a:r>
        </a:p>
      </dsp:txBody>
      <dsp:txXfrm rot="-5400000">
        <a:off x="2331691" y="2369504"/>
        <a:ext cx="4067407" cy="1438537"/>
      </dsp:txXfrm>
    </dsp:sp>
    <dsp:sp modelId="{81414AB7-6B9C-4BDE-BDA2-2954D2671371}">
      <dsp:nvSpPr>
        <dsp:cNvPr id="0" name=""/>
        <dsp:cNvSpPr/>
      </dsp:nvSpPr>
      <dsp:spPr>
        <a:xfrm>
          <a:off x="0" y="2092410"/>
          <a:ext cx="2331690" cy="19927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Scenarios Created</a:t>
          </a:r>
          <a:endParaRPr lang="en-US" sz="3600" kern="1200"/>
        </a:p>
      </dsp:txBody>
      <dsp:txXfrm>
        <a:off x="97277" y="2189687"/>
        <a:ext cx="2137136" cy="17981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E61EE-E2C9-488B-ABE6-F8DBFAE9671B}">
      <dsp:nvSpPr>
        <dsp:cNvPr id="0" name=""/>
        <dsp:cNvSpPr/>
      </dsp:nvSpPr>
      <dsp:spPr>
        <a:xfrm>
          <a:off x="0" y="4034808"/>
          <a:ext cx="2605087" cy="661943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74" tIns="163576" rIns="185274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Prepare</a:t>
          </a:r>
        </a:p>
      </dsp:txBody>
      <dsp:txXfrm>
        <a:off x="0" y="4034808"/>
        <a:ext cx="2605087" cy="661943"/>
      </dsp:txXfrm>
    </dsp:sp>
    <dsp:sp modelId="{CDF14028-B988-4E3D-9800-1A952EA44401}">
      <dsp:nvSpPr>
        <dsp:cNvPr id="0" name=""/>
        <dsp:cNvSpPr/>
      </dsp:nvSpPr>
      <dsp:spPr>
        <a:xfrm>
          <a:off x="2605087" y="4034808"/>
          <a:ext cx="7815262" cy="6619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203200" rIns="158530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Prepare chatbot for production-ready phase.</a:t>
          </a:r>
        </a:p>
      </dsp:txBody>
      <dsp:txXfrm>
        <a:off x="2605087" y="4034808"/>
        <a:ext cx="7815262" cy="661943"/>
      </dsp:txXfrm>
    </dsp:sp>
    <dsp:sp modelId="{4AED062B-4509-416E-A373-592AC117B7E6}">
      <dsp:nvSpPr>
        <dsp:cNvPr id="0" name=""/>
        <dsp:cNvSpPr/>
      </dsp:nvSpPr>
      <dsp:spPr>
        <a:xfrm rot="10800000">
          <a:off x="0" y="3026668"/>
          <a:ext cx="2605087" cy="101806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74" tIns="163576" rIns="185274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Perform</a:t>
          </a:r>
        </a:p>
      </dsp:txBody>
      <dsp:txXfrm rot="-10800000">
        <a:off x="0" y="3026668"/>
        <a:ext cx="2605087" cy="661745"/>
      </dsp:txXfrm>
    </dsp:sp>
    <dsp:sp modelId="{D6213BD9-E06B-4DB4-971A-F92221B7BF5A}">
      <dsp:nvSpPr>
        <dsp:cNvPr id="0" name=""/>
        <dsp:cNvSpPr/>
      </dsp:nvSpPr>
      <dsp:spPr>
        <a:xfrm>
          <a:off x="2605087" y="3026668"/>
          <a:ext cx="7815262" cy="661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203200" rIns="158530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 regression testing after fixes.</a:t>
          </a:r>
        </a:p>
      </dsp:txBody>
      <dsp:txXfrm>
        <a:off x="2605087" y="3026668"/>
        <a:ext cx="7815262" cy="661745"/>
      </dsp:txXfrm>
    </dsp:sp>
    <dsp:sp modelId="{F5D78196-F21C-41B1-9FCC-55275EF55525}">
      <dsp:nvSpPr>
        <dsp:cNvPr id="0" name=""/>
        <dsp:cNvSpPr/>
      </dsp:nvSpPr>
      <dsp:spPr>
        <a:xfrm rot="10800000">
          <a:off x="0" y="2018527"/>
          <a:ext cx="2605087" cy="101806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74" tIns="163576" rIns="185274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Optimize</a:t>
          </a:r>
        </a:p>
      </dsp:txBody>
      <dsp:txXfrm rot="-10800000">
        <a:off x="0" y="2018527"/>
        <a:ext cx="2605087" cy="661745"/>
      </dsp:txXfrm>
    </dsp:sp>
    <dsp:sp modelId="{7AC84260-FFAB-476E-B494-83AF8BA41252}">
      <dsp:nvSpPr>
        <dsp:cNvPr id="0" name=""/>
        <dsp:cNvSpPr/>
      </dsp:nvSpPr>
      <dsp:spPr>
        <a:xfrm>
          <a:off x="2605087" y="2018527"/>
          <a:ext cx="7815262" cy="661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203200" rIns="158530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Optimize chatbot responses.</a:t>
          </a:r>
        </a:p>
      </dsp:txBody>
      <dsp:txXfrm>
        <a:off x="2605087" y="2018527"/>
        <a:ext cx="7815262" cy="661745"/>
      </dsp:txXfrm>
    </dsp:sp>
    <dsp:sp modelId="{66FF4D8D-4591-406D-B76B-D0E2F55F4D48}">
      <dsp:nvSpPr>
        <dsp:cNvPr id="0" name=""/>
        <dsp:cNvSpPr/>
      </dsp:nvSpPr>
      <dsp:spPr>
        <a:xfrm rot="10800000">
          <a:off x="0" y="1010386"/>
          <a:ext cx="2605087" cy="101806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74" tIns="163576" rIns="185274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Resolve</a:t>
          </a:r>
        </a:p>
      </dsp:txBody>
      <dsp:txXfrm rot="-10800000">
        <a:off x="0" y="1010386"/>
        <a:ext cx="2605087" cy="661745"/>
      </dsp:txXfrm>
    </dsp:sp>
    <dsp:sp modelId="{12A73CE7-EC7B-46B4-83A5-E533E2571479}">
      <dsp:nvSpPr>
        <dsp:cNvPr id="0" name=""/>
        <dsp:cNvSpPr/>
      </dsp:nvSpPr>
      <dsp:spPr>
        <a:xfrm>
          <a:off x="2605087" y="1010386"/>
          <a:ext cx="7815262" cy="661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203200" rIns="158530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Resolve remaining evaluation issues.</a:t>
          </a:r>
        </a:p>
      </dsp:txBody>
      <dsp:txXfrm>
        <a:off x="2605087" y="1010386"/>
        <a:ext cx="7815262" cy="661745"/>
      </dsp:txXfrm>
    </dsp:sp>
    <dsp:sp modelId="{9BAAA9BF-BF93-4158-8E4D-EA31A3CC57E9}">
      <dsp:nvSpPr>
        <dsp:cNvPr id="0" name=""/>
        <dsp:cNvSpPr/>
      </dsp:nvSpPr>
      <dsp:spPr>
        <a:xfrm rot="10800000">
          <a:off x="0" y="0"/>
          <a:ext cx="2605087" cy="101806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74" tIns="163576" rIns="185274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Improve</a:t>
          </a:r>
        </a:p>
      </dsp:txBody>
      <dsp:txXfrm rot="-10800000">
        <a:off x="0" y="0"/>
        <a:ext cx="2605087" cy="661745"/>
      </dsp:txXfrm>
    </dsp:sp>
    <dsp:sp modelId="{4EA40127-A6A1-402A-A8E2-062D19AFF294}">
      <dsp:nvSpPr>
        <dsp:cNvPr id="0" name=""/>
        <dsp:cNvSpPr/>
      </dsp:nvSpPr>
      <dsp:spPr>
        <a:xfrm>
          <a:off x="2605087" y="2246"/>
          <a:ext cx="7815262" cy="661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40000"/>
              <a:lumOff val="6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203200" rIns="158530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Scenario Evaluation performance.</a:t>
          </a:r>
        </a:p>
      </dsp:txBody>
      <dsp:txXfrm>
        <a:off x="2605087" y="2246"/>
        <a:ext cx="7815262" cy="661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E9EA7-8480-0144-A874-D0DD1CC5EFC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67529-2E46-B846-B9F0-64E808759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1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0DD1F-75D0-4773-A032-A948BB2FF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792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67529-2E46-B846-B9F0-64E8087594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0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67529-2E46-B846-B9F0-64E8087594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1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67529-2E46-B846-B9F0-64E8087594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57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67529-2E46-B846-B9F0-64E8087594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0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13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48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5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48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C868C-C9E0-4907-B54D-B5E4CC447F5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C7A1E-8E08-471C-8DC7-8B6BD907520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688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119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466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379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627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1535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9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53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2715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0596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554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5921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4965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8702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59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103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1826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4616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24027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429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450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724123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435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61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439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59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28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28247" y="6503729"/>
            <a:ext cx="685801" cy="38170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631942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1942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503729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7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73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753C7F4-66CA-7579-880F-E8A90646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©2023 Exl Service Holdings, Inc. All rights reserved.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A602323-7689-0A57-CA5F-EB3CFEC7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57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C549-281C-B90F-058C-8376157C4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D30BC-4360-9C4D-800C-41CCA22C4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57281-FEF2-AF50-F643-3504B2B0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D47A-B070-854C-931E-515C586363B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9E066-B5C2-658E-2B75-6AB193CC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98FCF-8F35-3FCB-7C4A-827EC33B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BF356-348F-EF4A-8A5A-C355300FA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619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71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89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33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78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16286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97E121-414A-B041-84FF-D45B6A776B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91880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8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5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7781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9616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46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9418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79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56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37111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746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48669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08261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7321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394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7700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613726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177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9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6847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3856256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043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2331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02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9922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181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38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08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7921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</a:t>
            </a:r>
            <a:r>
              <a:rPr lang="en-US"/>
              <a:t>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7690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2270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04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4B387-8E5D-BC42-B9C5-15885C27A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702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22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39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68E7-61F5-D04E-995D-81EF41C01A2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3461B2-75BA-9241-8F86-93C947109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Graphs/infographics/tables – click to add title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4320E87-12F0-46F5-A488-9424C5937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11954" y="6277285"/>
            <a:ext cx="5038972" cy="365125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lvl1pPr marL="0" marR="0" indent="0" algn="r" defTabSz="914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" b="0" i="0">
                <a:solidFill>
                  <a:schemeClr val="tx1"/>
                </a:solidFill>
                <a:latin typeface="Helvetica Now Text" panose="020B0504030202020204" pitchFamily="34" charset="77"/>
              </a:defRPr>
            </a:lvl1pPr>
          </a:lstStyle>
          <a:p>
            <a:r>
              <a:rPr lang="en-GB"/>
              <a:t>Legal Copy Helvetica Regular 8/9.6 Black</a:t>
            </a:r>
          </a:p>
        </p:txBody>
      </p:sp>
    </p:spTree>
    <p:extLst>
      <p:ext uri="{BB962C8B-B14F-4D97-AF65-F5344CB8AC3E}">
        <p14:creationId xmlns:p14="http://schemas.microsoft.com/office/powerpoint/2010/main" val="2669905978"/>
      </p:ext>
    </p:extLst>
  </p:cSld>
  <p:clrMapOvr>
    <a:masterClrMapping/>
  </p:clrMapOvr>
  <p:hf hd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906"/>
          <a:ext cx="2116" cy="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906"/>
                        <a:ext cx="2116" cy="1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21"/>
          <p:cNvSpPr txBox="1">
            <a:spLocks noChangeArrowheads="1"/>
          </p:cNvSpPr>
          <p:nvPr userDrawn="1"/>
        </p:nvSpPr>
        <p:spPr bwMode="auto">
          <a:xfrm>
            <a:off x="11665455" y="6454141"/>
            <a:ext cx="166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12788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12788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12788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12788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Aft>
                <a:spcPts val="360"/>
              </a:spcAft>
              <a:defRPr/>
            </a:pPr>
            <a:fld id="{CBA477D9-FC3E-4715-AC05-066A5655DC91}" type="slidenum">
              <a:rPr lang="en-US" altLang="en-US" sz="1200" smtClean="0">
                <a:solidFill>
                  <a:srgbClr val="002060"/>
                </a:solidFill>
                <a:latin typeface="Stag Bold" panose="02000603060000020004" charset="0"/>
                <a:ea typeface="Stag Sans Light" panose="020B0303040000020004" charset="0"/>
                <a:cs typeface="Stag Sans Light" panose="020B0303040000020004" charset="0"/>
              </a:rPr>
              <a:pPr algn="r" eaLnBrk="1" hangingPunct="1">
                <a:spcAft>
                  <a:spcPts val="360"/>
                </a:spcAft>
                <a:defRPr/>
              </a:pPr>
              <a:t>‹#›</a:t>
            </a:fld>
            <a:endParaRPr lang="en-US" altLang="en-US" sz="1200">
              <a:solidFill>
                <a:srgbClr val="002060"/>
              </a:solidFill>
              <a:latin typeface="Stag Bold" panose="02000603060000020004" charset="0"/>
              <a:ea typeface="Stag Sans Light" panose="020B0303040000020004" charset="0"/>
              <a:cs typeface="Stag Sans Light" panose="020B030304000002000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692151" y="256928"/>
            <a:ext cx="10804800" cy="864870"/>
          </a:xfrm>
        </p:spPr>
        <p:txBody>
          <a:bodyPr lIns="90000"/>
          <a:lstStyle>
            <a:lvl1pPr>
              <a:defRPr sz="2400" b="0">
                <a:solidFill>
                  <a:srgbClr val="102D5D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83455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8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79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68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C868C-C9E0-4907-B54D-B5E4CC447F5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C7A1E-8E08-471C-8DC7-8B6BD907520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137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44077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929853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387115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891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46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20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44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248347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2881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763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8644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094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2398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574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932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1064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5282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176611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96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701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724123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6809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83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131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1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58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66" t="20950" r="13703" b="18940"/>
          <a:stretch/>
        </p:blipFill>
        <p:spPr>
          <a:xfrm>
            <a:off x="11128247" y="6503729"/>
            <a:ext cx="685801" cy="38170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631942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1942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503729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428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805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753C7F4-66CA-7579-880F-E8A90646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©2023 Exl Service Holdings, Inc. All rights reserved.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A602323-7689-0A57-CA5F-EB3CFEC7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8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C549-281C-B90F-058C-8376157C4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D30BC-4360-9C4D-800C-41CCA22C4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57281-FEF2-AF50-F643-3504B2B0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D47A-B070-854C-931E-515C586363B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9E066-B5C2-658E-2B75-6AB193CC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98FCF-8F35-3FCB-7C4A-827EC33B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BF356-348F-EF4A-8A5A-C355300FA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5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9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75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41" Type="http://schemas.openxmlformats.org/officeDocument/2006/relationships/slideLayout" Target="../slideLayouts/slideLayout74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26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97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9.xml"/><Relationship Id="rId28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31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©2023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4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6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  <p:sldLayoutId id="2147483776" r:id="rId29"/>
    <p:sldLayoutId id="2147483777" r:id="rId30"/>
    <p:sldLayoutId id="2147483778" r:id="rId31"/>
    <p:sldLayoutId id="2147483779" r:id="rId32"/>
    <p:sldLayoutId id="2147483780" r:id="rId33"/>
    <p:sldLayoutId id="2147483781" r:id="rId34"/>
    <p:sldLayoutId id="2147483782" r:id="rId35"/>
    <p:sldLayoutId id="2147483783" r:id="rId36"/>
    <p:sldLayoutId id="2147483784" r:id="rId37"/>
    <p:sldLayoutId id="2147483785" r:id="rId38"/>
    <p:sldLayoutId id="2147483786" r:id="rId39"/>
    <p:sldLayoutId id="2147483787" r:id="rId40"/>
    <p:sldLayoutId id="2147483788" r:id="rId41"/>
    <p:sldLayoutId id="2147483789" r:id="rId42"/>
    <p:sldLayoutId id="2147483790" r:id="rId4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System Font Regular"/>
        <a:buChar char="–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©2023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5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18" r:id="rId27"/>
    <p:sldLayoutId id="2147483819" r:id="rId28"/>
    <p:sldLayoutId id="2147483820" r:id="rId29"/>
    <p:sldLayoutId id="2147483821" r:id="rId30"/>
    <p:sldLayoutId id="2147483822" r:id="rId31"/>
    <p:sldLayoutId id="2147483823" r:id="rId32"/>
    <p:sldLayoutId id="2147483824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83DE-A5DF-4D7B-044C-1A42F919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0;p10">
            <a:extLst>
              <a:ext uri="{FF2B5EF4-FFF2-40B4-BE49-F238E27FC236}">
                <a16:creationId xmlns:a16="http://schemas.microsoft.com/office/drawing/2014/main" id="{07A5B3FF-143C-FA01-C5B1-E88FCB55A0DD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724" y="-1"/>
            <a:ext cx="12203723" cy="68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F1618CB-5F78-7DD4-704A-EC6F5A65F3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71" y="0"/>
            <a:ext cx="1218895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7F05687-4D40-8B97-DA5A-134A535415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6F2F42-E51E-1DA4-428A-1F834797A2C4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6530"/>
          <a:stretch/>
        </p:blipFill>
        <p:spPr>
          <a:xfrm>
            <a:off x="1905000" y="4240332"/>
            <a:ext cx="3396531" cy="262755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E4D1624-45CA-8871-4CE1-203F35005D08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6530"/>
          <a:stretch/>
        </p:blipFill>
        <p:spPr>
          <a:xfrm rot="8846171">
            <a:off x="206734" y="91761"/>
            <a:ext cx="3396531" cy="262755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985DCA6-E5E2-9EEB-4C5B-F76FB9778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4329" y="1417066"/>
            <a:ext cx="1295400" cy="84351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B2F513-DF81-336F-E513-4FA6E9518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3175" y="2489200"/>
            <a:ext cx="6324600" cy="1457747"/>
          </a:xfrm>
        </p:spPr>
        <p:txBody>
          <a:bodyPr/>
          <a:lstStyle/>
          <a:p>
            <a:r>
              <a:rPr lang="en-US" sz="3200"/>
              <a:t>Conversational AI Voice Agent – Insurance Use Case </a:t>
            </a:r>
            <a:br>
              <a:rPr lang="en-US" sz="3200"/>
            </a:br>
            <a:r>
              <a:rPr lang="en-US" sz="3200"/>
              <a:t>(Policy &amp; Claims Services)</a:t>
            </a:r>
          </a:p>
        </p:txBody>
      </p:sp>
      <p:sp>
        <p:nvSpPr>
          <p:cNvPr id="24" name="Subtitle 23"/>
          <p:cNvSpPr>
            <a:spLocks noGrp="1"/>
          </p:cNvSpPr>
          <p:nvPr>
            <p:ph type="subTitle" idx="1"/>
          </p:nvPr>
        </p:nvSpPr>
        <p:spPr>
          <a:xfrm>
            <a:off x="2543175" y="3990000"/>
            <a:ext cx="6324600" cy="93638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400" b="1"/>
              <a:t>                       </a:t>
            </a:r>
            <a:endParaRPr lang="en-US"/>
          </a:p>
          <a:p>
            <a:r>
              <a:rPr lang="en-US" sz="2400" b="1"/>
              <a:t>                     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2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>
            <a:normAutofit/>
          </a:bodyPr>
          <a:lstStyle/>
          <a:p>
            <a:r>
              <a:rPr lang="en-US"/>
              <a:t>Week 1 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977353" y="1883304"/>
            <a:ext cx="6136849" cy="3989866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1900" b="1"/>
              <a:t>Work Completed</a:t>
            </a:r>
          </a:p>
          <a:p>
            <a:pPr lvl="1"/>
            <a:r>
              <a:rPr lang="en-US" sz="1900"/>
              <a:t>Designed the authentication workflow.</a:t>
            </a:r>
          </a:p>
          <a:p>
            <a:pPr lvl="1"/>
            <a:r>
              <a:rPr lang="en-US" sz="1900"/>
              <a:t>Defined all core business intents.</a:t>
            </a:r>
          </a:p>
          <a:p>
            <a:pPr lvl="1"/>
            <a:r>
              <a:rPr lang="en-US" sz="1900"/>
              <a:t>Created end-to-end happy path conversation flows.</a:t>
            </a:r>
          </a:p>
          <a:p>
            <a:pPr lvl="1"/>
            <a:r>
              <a:rPr lang="en-US" sz="1900"/>
              <a:t>Documented user stories and acceptance criteria.</a:t>
            </a:r>
          </a:p>
          <a:p>
            <a:pPr lvl="1"/>
            <a:r>
              <a:rPr lang="en-US" sz="1900"/>
              <a:t>Implemented intent routing for insurance services.</a:t>
            </a:r>
          </a:p>
          <a:p>
            <a:pPr marL="0" lvl="1" indent="0">
              <a:buNone/>
            </a:pPr>
            <a:endParaRPr lang="en-US" sz="1900"/>
          </a:p>
          <a:p>
            <a:pPr lvl="0"/>
            <a:r>
              <a:rPr lang="en-US" sz="1900" b="1"/>
              <a:t>Outcome</a:t>
            </a:r>
          </a:p>
          <a:p>
            <a:pPr lvl="0"/>
            <a:r>
              <a:rPr lang="en-US" sz="1900"/>
              <a:t>A functional conversational AI agent capable of handling policy inquiries, claims, benefits, policy renewal, onboarding, and agent escalation through happy path conversations.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AF477-9F69-321A-E6DD-CCDED8ED22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86"/>
          <a:stretch>
            <a:fillRect/>
          </a:stretch>
        </p:blipFill>
        <p:spPr>
          <a:xfrm>
            <a:off x="154983" y="1998764"/>
            <a:ext cx="4434840" cy="28604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>
            <a:normAutofit/>
          </a:bodyPr>
          <a:lstStyle/>
          <a:p>
            <a:pPr algn="ctr"/>
            <a:r>
              <a:rPr lang="en-US" b="1"/>
              <a:t>Week 2 Objectives</a:t>
            </a:r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977353" y="1255363"/>
            <a:ext cx="5527444" cy="4758938"/>
          </a:xfrm>
        </p:spPr>
        <p:txBody>
          <a:bodyPr>
            <a:normAutofit/>
          </a:bodyPr>
          <a:lstStyle/>
          <a:p>
            <a:pPr lvl="0"/>
            <a:r>
              <a:rPr lang="en-US"/>
              <a:t>During Week 2, our focus shifted from designing conversation flows to validating the chatbot for production readiness.</a:t>
            </a:r>
          </a:p>
          <a:p>
            <a:pPr lvl="0"/>
            <a:r>
              <a:rPr lang="en-US" b="1"/>
              <a:t>Activities Performed</a:t>
            </a:r>
          </a:p>
          <a:p>
            <a:pPr lvl="1"/>
            <a:r>
              <a:rPr lang="en-US"/>
              <a:t>Designed edge cases</a:t>
            </a:r>
          </a:p>
          <a:p>
            <a:pPr lvl="1"/>
            <a:r>
              <a:rPr lang="en-US"/>
              <a:t>Implemented fallback handling and callbacks</a:t>
            </a:r>
          </a:p>
          <a:p>
            <a:pPr lvl="1"/>
            <a:r>
              <a:rPr lang="en-US"/>
              <a:t>Created a New Agent to handle user requests</a:t>
            </a:r>
          </a:p>
          <a:p>
            <a:pPr lvl="1"/>
            <a:r>
              <a:rPr lang="en-US"/>
              <a:t>Designed human agent escalation</a:t>
            </a:r>
          </a:p>
          <a:p>
            <a:pPr lvl="1"/>
            <a:r>
              <a:rPr lang="en-US"/>
              <a:t>Prepared QA testing artifacts</a:t>
            </a:r>
          </a:p>
          <a:p>
            <a:pPr lvl="1"/>
            <a:r>
              <a:rPr lang="en-US"/>
              <a:t>Executed chatbot testing and evaluations</a:t>
            </a:r>
          </a:p>
        </p:txBody>
      </p:sp>
      <p:pic>
        <p:nvPicPr>
          <p:cNvPr id="1026" name="Picture 2" descr="Retrieved image">
            <a:extLst>
              <a:ext uri="{FF2B5EF4-FFF2-40B4-BE49-F238E27FC236}">
                <a16:creationId xmlns:a16="http://schemas.microsoft.com/office/drawing/2014/main" id="{35D2DFB7-704B-38BF-FB02-8A57A8407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85" y="2899372"/>
            <a:ext cx="3169403" cy="311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482" y="654266"/>
            <a:ext cx="11277600" cy="479397"/>
          </a:xfrm>
        </p:spPr>
        <p:txBody>
          <a:bodyPr>
            <a:normAutofit fontScale="90000"/>
          </a:bodyPr>
          <a:lstStyle/>
          <a:p>
            <a:r>
              <a:rPr lang="en-US"/>
              <a:t>Edge Case Design</a:t>
            </a:r>
            <a:br>
              <a:rPr lang="en-US"/>
            </a:br>
            <a:br>
              <a:rPr lang="en-US"/>
            </a:br>
            <a:r>
              <a:rPr lang="en-US" sz="2700">
                <a:solidFill>
                  <a:schemeClr val="tx1"/>
                </a:solidFill>
              </a:rPr>
              <a:t>To improve chatbot reliability, multiple edge cases were designed for different business scenarios.</a:t>
            </a:r>
            <a:br>
              <a:rPr lang="en-US"/>
            </a:b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3365465" y="2640295"/>
            <a:ext cx="4179508" cy="3435685"/>
          </a:xfrm>
        </p:spPr>
        <p:txBody>
          <a:bodyPr/>
          <a:lstStyle/>
          <a:p>
            <a:pPr lvl="0"/>
            <a:r>
              <a:rPr lang="en-US" b="1"/>
              <a:t>Authentication</a:t>
            </a:r>
          </a:p>
          <a:p>
            <a:pPr lvl="1"/>
            <a:r>
              <a:rPr lang="en-US"/>
              <a:t>Invalid phone number</a:t>
            </a:r>
          </a:p>
          <a:p>
            <a:pPr lvl="1"/>
            <a:r>
              <a:rPr lang="en-US"/>
              <a:t>Incorrect DOB</a:t>
            </a:r>
          </a:p>
          <a:p>
            <a:pPr lvl="1"/>
            <a:r>
              <a:rPr lang="en-US"/>
              <a:t>Authentication failure</a:t>
            </a:r>
          </a:p>
          <a:p>
            <a:pPr lvl="0"/>
            <a:r>
              <a:rPr lang="en-US" b="1"/>
              <a:t>Policy</a:t>
            </a:r>
          </a:p>
          <a:p>
            <a:pPr lvl="1"/>
            <a:r>
              <a:rPr lang="en-US"/>
              <a:t>Expired Policy</a:t>
            </a:r>
          </a:p>
          <a:p>
            <a:pPr lvl="1"/>
            <a:r>
              <a:rPr lang="en-US"/>
              <a:t>No Active Policy</a:t>
            </a:r>
          </a:p>
          <a:p>
            <a:pPr lvl="1"/>
            <a:r>
              <a:rPr lang="en-US"/>
              <a:t>Multi-Policy Handling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946332" y="2501146"/>
            <a:ext cx="4612822" cy="3435685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lvl="0"/>
            <a:r>
              <a:rPr lang="en-US" b="1"/>
              <a:t>Claims</a:t>
            </a:r>
          </a:p>
          <a:p>
            <a:pPr lvl="1"/>
            <a:r>
              <a:rPr lang="en-US"/>
              <a:t>Closed Claim</a:t>
            </a:r>
          </a:p>
          <a:p>
            <a:pPr lvl="1"/>
            <a:r>
              <a:rPr lang="en-US"/>
              <a:t>No Claims Found</a:t>
            </a:r>
          </a:p>
          <a:p>
            <a:pPr lvl="0"/>
            <a:r>
              <a:rPr lang="en-US" b="1"/>
              <a:t>Conversation</a:t>
            </a:r>
          </a:p>
          <a:p>
            <a:pPr lvl="1"/>
            <a:r>
              <a:rPr lang="en-US"/>
              <a:t>User Silence</a:t>
            </a:r>
          </a:p>
          <a:p>
            <a:pPr lvl="1"/>
            <a:r>
              <a:rPr lang="en-US"/>
              <a:t>Intent Switching</a:t>
            </a:r>
          </a:p>
          <a:p>
            <a:pPr lvl="1"/>
            <a:r>
              <a:rPr lang="en-US"/>
              <a:t>Human Escalation</a:t>
            </a:r>
          </a:p>
          <a:p>
            <a:pPr lvl="1"/>
            <a:r>
              <a:rPr lang="en-US"/>
              <a:t>Unsupported Queries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DFB83C6-B266-DC82-7ABE-EAE47154B400}"/>
              </a:ext>
            </a:extLst>
          </p:cNvPr>
          <p:cNvSpPr/>
          <p:nvPr/>
        </p:nvSpPr>
        <p:spPr>
          <a:xfrm rot="5400000">
            <a:off x="-507700" y="2540120"/>
            <a:ext cx="4171315" cy="315591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67125" cy="1649186"/>
          </a:xfrm>
        </p:spPr>
        <p:txBody>
          <a:bodyPr anchor="t">
            <a:normAutofit/>
          </a:bodyPr>
          <a:lstStyle/>
          <a:p>
            <a:r>
              <a:rPr lang="en-US"/>
              <a:t>Retry &amp; Fallback Strategy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125" cy="2552700"/>
          </a:xfrm>
        </p:spPr>
        <p:txBody>
          <a:bodyPr>
            <a:normAutofit/>
          </a:bodyPr>
          <a:lstStyle/>
          <a:p>
            <a:pPr lvl="0"/>
            <a:r>
              <a:rPr lang="en-US" b="1"/>
              <a:t>Fallback Actions</a:t>
            </a:r>
          </a:p>
          <a:p>
            <a:pPr lvl="1"/>
            <a:r>
              <a:rPr lang="en-US" sz="2200"/>
              <a:t>Re-prompt the customer</a:t>
            </a:r>
          </a:p>
          <a:p>
            <a:pPr lvl="1"/>
            <a:r>
              <a:rPr lang="en-US" sz="2200"/>
              <a:t>Return to previous menu</a:t>
            </a:r>
          </a:p>
          <a:p>
            <a:pPr lvl="1"/>
            <a:r>
              <a:rPr lang="en-US" sz="2200"/>
              <a:t>Restart authentication</a:t>
            </a:r>
          </a:p>
          <a:p>
            <a:pPr lvl="1"/>
            <a:r>
              <a:rPr lang="en-US" sz="2200"/>
              <a:t>Escalate to live support when required</a:t>
            </a:r>
          </a:p>
        </p:txBody>
      </p:sp>
      <p:graphicFrame>
        <p:nvGraphicFramePr>
          <p:cNvPr id="15" name="Text Placeholder 10">
            <a:extLst>
              <a:ext uri="{FF2B5EF4-FFF2-40B4-BE49-F238E27FC236}">
                <a16:creationId xmlns:a16="http://schemas.microsoft.com/office/drawing/2014/main" id="{4AFD6973-02C2-0C26-14F2-E5068FB36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5433700"/>
              </p:ext>
            </p:extLst>
          </p:nvPr>
        </p:nvGraphicFramePr>
        <p:xfrm>
          <a:off x="4433888" y="1184239"/>
          <a:ext cx="7300912" cy="4456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DFE7E0C-58F3-17AD-6E02-7FF2F412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631942"/>
            <a:ext cx="5398374" cy="18235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©2021 Exl Service Holdings, Inc. All rights reserved.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020EFC6A-BA7B-5EA8-AA42-68688D6E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1942"/>
            <a:ext cx="481556" cy="182358"/>
          </a:xfrm>
        </p:spPr>
        <p:txBody>
          <a:bodyPr/>
          <a:lstStyle/>
          <a:p>
            <a:pPr>
              <a:spcAft>
                <a:spcPts val="600"/>
              </a:spcAft>
            </a:pPr>
            <a:fld id="{CCA08CA8-4222-D24F-ACDB-33341C247B6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87B50-ED28-049D-6A2E-1B2535BCB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972" y="986744"/>
            <a:ext cx="3679371" cy="1649186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Callbacks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7F4F6-FFEE-E2A1-65DC-56ABE7854EE2}"/>
              </a:ext>
            </a:extLst>
          </p:cNvPr>
          <p:cNvSpPr txBox="1"/>
          <p:nvPr/>
        </p:nvSpPr>
        <p:spPr>
          <a:xfrm>
            <a:off x="754972" y="2209800"/>
            <a:ext cx="3678917" cy="28765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  <a:buClr>
                <a:schemeClr val="tx2"/>
              </a:buClr>
            </a:pPr>
            <a:r>
              <a:rPr lang="en-US" sz="2400" i="1">
                <a:latin typeface="+mj-lt"/>
              </a:rPr>
              <a:t>Purpose</a:t>
            </a:r>
          </a:p>
          <a:p>
            <a:pPr marL="230188" indent="-230188">
              <a:lnSpc>
                <a:spcPct val="90000"/>
              </a:lnSpc>
              <a:spcAft>
                <a:spcPts val="400"/>
              </a:spcAft>
              <a:buClr>
                <a:schemeClr val="tx2"/>
              </a:buClr>
              <a:buFont typeface="System Font Regular"/>
              <a:buChar char="–"/>
            </a:pPr>
            <a:endParaRPr lang="en-US">
              <a:latin typeface="+mj-lt"/>
            </a:endParaRPr>
          </a:p>
          <a:p>
            <a:pPr marL="230188" indent="-230188">
              <a:lnSpc>
                <a:spcPct val="90000"/>
              </a:lnSpc>
              <a:spcAft>
                <a:spcPts val="400"/>
              </a:spcAft>
              <a:buClr>
                <a:schemeClr val="tx2"/>
              </a:buClr>
              <a:buFont typeface="System Font Regular"/>
              <a:buChar char="–"/>
            </a:pPr>
            <a:r>
              <a:rPr lang="en-US">
                <a:latin typeface="+mj-lt"/>
              </a:rPr>
              <a:t>Callbacks were implemented to improve the chatbot's reliability, maintain session consistency, enhance security, and protect customer privacy during conversations.</a:t>
            </a:r>
          </a:p>
          <a:p>
            <a:pPr marL="230188" indent="-230188">
              <a:lnSpc>
                <a:spcPct val="90000"/>
              </a:lnSpc>
              <a:spcAft>
                <a:spcPts val="400"/>
              </a:spcAft>
              <a:buClr>
                <a:schemeClr val="tx2"/>
              </a:buClr>
              <a:buFont typeface="System Font Regular"/>
              <a:buChar char="–"/>
            </a:pPr>
            <a:endParaRPr lang="en-US" b="1">
              <a:latin typeface="+mj-lt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F469F22E-0A58-436D-F1BF-5764339EB8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4905071"/>
              </p:ext>
            </p:extLst>
          </p:nvPr>
        </p:nvGraphicFramePr>
        <p:xfrm>
          <a:off x="4136116" y="2109334"/>
          <a:ext cx="7300912" cy="350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579B8E-7BCE-A442-334F-FC29FF099223}"/>
              </a:ext>
            </a:extLst>
          </p:cNvPr>
          <p:cNvSpPr txBox="1"/>
          <p:nvPr/>
        </p:nvSpPr>
        <p:spPr>
          <a:xfrm>
            <a:off x="7246233" y="1369004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3556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trieved image">
            <a:extLst>
              <a:ext uri="{FF2B5EF4-FFF2-40B4-BE49-F238E27FC236}">
                <a16:creationId xmlns:a16="http://schemas.microsoft.com/office/drawing/2014/main" id="{BEE49E46-69E0-0CAF-73F1-FA4882FCB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84914" y="843193"/>
            <a:ext cx="7546978" cy="515914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8ABC4-9CED-CF09-1E17-E7D8ACE3B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54" y="586014"/>
            <a:ext cx="3679371" cy="1649186"/>
          </a:xfrm>
        </p:spPr>
        <p:txBody>
          <a:bodyPr anchor="t">
            <a:normAutofit/>
          </a:bodyPr>
          <a:lstStyle/>
          <a:p>
            <a:r>
              <a:rPr lang="en-US" b="1"/>
              <a:t>New Agent- Update Details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10207-8DC4-DDAA-6B6B-3868D0F3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©2021 Exl Service Holdings, Inc.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C8722-2C5C-C863-0613-6902B102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CA08CA8-4222-D24F-ACDB-33341C247B6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1547-6BD4-A211-804E-E755E6BB6C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7542" y="2451208"/>
            <a:ext cx="3679825" cy="3159220"/>
          </a:xfrm>
        </p:spPr>
        <p:txBody>
          <a:bodyPr>
            <a:normAutofit/>
          </a:bodyPr>
          <a:lstStyle/>
          <a:p>
            <a:r>
              <a:rPr lang="en-US" sz="1700" b="1"/>
              <a:t>Objective</a:t>
            </a:r>
          </a:p>
          <a:p>
            <a:r>
              <a:rPr lang="en-US" sz="1700"/>
              <a:t>Enable customers to securely update their personal information through the conversational AI without requiring manual intervention.</a:t>
            </a:r>
          </a:p>
          <a:p>
            <a:endParaRPr lang="en-US" sz="1700"/>
          </a:p>
          <a:p>
            <a:r>
              <a:rPr lang="en-US" sz="1700" b="1"/>
              <a:t>Capabilities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Update registered mobile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Synchronize updated details with the backend (</a:t>
            </a:r>
            <a:r>
              <a:rPr lang="en-US" sz="1700" err="1"/>
              <a:t>BigQuery</a:t>
            </a:r>
            <a:r>
              <a:rPr lang="en-US" sz="17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Confirm successful update to the customer</a:t>
            </a:r>
          </a:p>
          <a:p>
            <a:endParaRPr lang="en-US" sz="1700"/>
          </a:p>
        </p:txBody>
      </p:sp>
      <p:sp>
        <p:nvSpPr>
          <p:cNvPr id="5129" name="Text Placeholder 7">
            <a:extLst>
              <a:ext uri="{FF2B5EF4-FFF2-40B4-BE49-F238E27FC236}">
                <a16:creationId xmlns:a16="http://schemas.microsoft.com/office/drawing/2014/main" id="{D3259BD9-8B43-C323-6F46-4C5494567F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56018" y="6132957"/>
            <a:ext cx="987552" cy="63093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9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3F06-78CC-AF24-B5CC-34A688ADD9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Multi-Policy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09290-F990-F885-BDD6-B99011D25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9652" y="1943481"/>
            <a:ext cx="5929833" cy="3803403"/>
          </a:xfrm>
        </p:spPr>
        <p:txBody>
          <a:bodyPr/>
          <a:lstStyle/>
          <a:p>
            <a:endParaRPr lang="en-US" sz="1800"/>
          </a:p>
          <a:p>
            <a:r>
              <a:rPr lang="en-US" sz="1800" b="1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Single authentication for multiple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Automatic selection when only one policy exists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Customer chooses the required policy when multiple are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Selected policy is maintained throughout the conversation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Supports all insurance services using the selected policy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92047-B435-741E-F462-F11F7E7F62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6"/>
            <a:ext cx="11249320" cy="558199"/>
          </a:xfrm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- Allow customers with multiple insurance policies to access the correct policy without repeating authentication.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6146" name="Picture 2" descr="Retrieved image">
            <a:extLst>
              <a:ext uri="{FF2B5EF4-FFF2-40B4-BE49-F238E27FC236}">
                <a16:creationId xmlns:a16="http://schemas.microsoft.com/office/drawing/2014/main" id="{821207F7-6C6E-1070-8D04-4600EAC63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543" y="1943481"/>
            <a:ext cx="3616906" cy="380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256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Human Agent Escalation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200" y="1216058"/>
            <a:ext cx="11091752" cy="4543044"/>
          </a:xfrm>
        </p:spPr>
        <p:txBody>
          <a:bodyPr/>
          <a:lstStyle/>
          <a:p>
            <a:pPr lvl="0"/>
            <a:r>
              <a:rPr lang="en-US"/>
              <a:t>If the chatbot is unable to resolve the customer's issue, the conversation is transferred to a human support agent.</a:t>
            </a:r>
          </a:p>
          <a:p>
            <a:pPr lvl="0"/>
            <a:r>
              <a:rPr lang="en-US" b="1"/>
              <a:t>Escalation Conditions</a:t>
            </a:r>
          </a:p>
          <a:p>
            <a:pPr lvl="1"/>
            <a:r>
              <a:rPr lang="en-US"/>
              <a:t>Authentication failure</a:t>
            </a:r>
          </a:p>
          <a:p>
            <a:pPr lvl="1"/>
            <a:r>
              <a:rPr lang="en-US"/>
              <a:t>Backend API failure</a:t>
            </a:r>
          </a:p>
          <a:p>
            <a:pPr lvl="1"/>
            <a:r>
              <a:rPr lang="en-US"/>
              <a:t>Customer requests human support</a:t>
            </a:r>
          </a:p>
          <a:p>
            <a:pPr lvl="1"/>
            <a:r>
              <a:rPr lang="en-US"/>
              <a:t>Business rules requiring manual review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57200" y="4027038"/>
            <a:ext cx="5104613" cy="3707038"/>
          </a:xfrm>
        </p:spPr>
        <p:txBody>
          <a:bodyPr/>
          <a:lstStyle/>
          <a:p>
            <a:pPr lvl="0"/>
            <a:r>
              <a:rPr lang="en-US" b="1"/>
              <a:t>Context Transferred</a:t>
            </a:r>
          </a:p>
          <a:p>
            <a:pPr lvl="1"/>
            <a:r>
              <a:rPr lang="en-US"/>
              <a:t>Customer details</a:t>
            </a:r>
          </a:p>
          <a:p>
            <a:pPr lvl="1"/>
            <a:r>
              <a:rPr lang="en-US"/>
              <a:t>Authentication status</a:t>
            </a:r>
          </a:p>
          <a:p>
            <a:pPr lvl="1"/>
            <a:r>
              <a:rPr lang="en-US"/>
              <a:t>Policy information</a:t>
            </a:r>
          </a:p>
          <a:p>
            <a:pPr lvl="1"/>
            <a:r>
              <a:rPr lang="en-US"/>
              <a:t>Claim information</a:t>
            </a:r>
          </a:p>
          <a:p>
            <a:pPr lvl="1"/>
            <a:r>
              <a:rPr lang="en-US"/>
              <a:t>Conversation summary</a:t>
            </a:r>
          </a:p>
        </p:txBody>
      </p:sp>
      <p:pic>
        <p:nvPicPr>
          <p:cNvPr id="2052" name="Picture 4" descr="Retrieved image">
            <a:extLst>
              <a:ext uri="{FF2B5EF4-FFF2-40B4-BE49-F238E27FC236}">
                <a16:creationId xmlns:a16="http://schemas.microsoft.com/office/drawing/2014/main" id="{B1A2D972-275F-9BDE-8354-E3BF45373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813" y="2259285"/>
            <a:ext cx="5482453" cy="30239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Testing Strategy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5700000" cy="4543044"/>
          </a:xfrm>
        </p:spPr>
        <p:txBody>
          <a:bodyPr/>
          <a:lstStyle/>
          <a:p>
            <a:pPr lvl="0"/>
            <a:r>
              <a:rPr lang="en-US"/>
              <a:t>To validate chatbot quality, three different testing approaches were followed.</a:t>
            </a:r>
          </a:p>
          <a:p>
            <a:pPr lvl="0"/>
            <a:r>
              <a:rPr lang="en-US" b="1"/>
              <a:t>Manual Testing</a:t>
            </a:r>
          </a:p>
          <a:p>
            <a:pPr lvl="1"/>
            <a:r>
              <a:rPr lang="en-US"/>
              <a:t>Validates chatbot functionality by interacting with the agent as an end user.</a:t>
            </a:r>
          </a:p>
          <a:p>
            <a:pPr lvl="0"/>
            <a:r>
              <a:rPr lang="en-US" b="1"/>
              <a:t>Golden Evaluation</a:t>
            </a:r>
          </a:p>
          <a:p>
            <a:pPr lvl="1"/>
            <a:r>
              <a:rPr lang="en-US"/>
              <a:t>Compares chatbot responses against predefined expected outputs.</a:t>
            </a:r>
          </a:p>
          <a:p>
            <a:pPr lvl="0"/>
            <a:r>
              <a:rPr lang="en-US" b="1"/>
              <a:t>Scenario-Based Evaluation</a:t>
            </a:r>
          </a:p>
          <a:p>
            <a:pPr lvl="1"/>
            <a:r>
              <a:rPr lang="en-US"/>
              <a:t>Evaluates complete end-to-end customer journeys and verifies whether business goals are achieved.</a:t>
            </a:r>
          </a:p>
        </p:txBody>
      </p:sp>
      <p:sp>
        <p:nvSpPr>
          <p:cNvPr id="30" name="FlowBox1"/>
          <p:cNvSpPr/>
          <p:nvPr/>
        </p:nvSpPr>
        <p:spPr>
          <a:xfrm>
            <a:off x="7600000" y="1500000"/>
            <a:ext cx="3200000" cy="70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31" name="Arrow1"/>
          <p:cNvSpPr/>
          <p:nvPr/>
        </p:nvSpPr>
        <p:spPr>
          <a:xfrm>
            <a:off x="9050000" y="2280000"/>
            <a:ext cx="300000" cy="34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FlowBox2"/>
          <p:cNvSpPr/>
          <p:nvPr/>
        </p:nvSpPr>
        <p:spPr>
          <a:xfrm>
            <a:off x="7600000" y="2700000"/>
            <a:ext cx="3200000" cy="70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Manual Testing</a:t>
            </a:r>
          </a:p>
        </p:txBody>
      </p:sp>
      <p:sp>
        <p:nvSpPr>
          <p:cNvPr id="33" name="Arrow2"/>
          <p:cNvSpPr/>
          <p:nvPr/>
        </p:nvSpPr>
        <p:spPr>
          <a:xfrm>
            <a:off x="9050000" y="3480000"/>
            <a:ext cx="300000" cy="34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FlowBox3"/>
          <p:cNvSpPr/>
          <p:nvPr/>
        </p:nvSpPr>
        <p:spPr>
          <a:xfrm>
            <a:off x="7600000" y="3900000"/>
            <a:ext cx="3200000" cy="700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Golden Evaluation</a:t>
            </a:r>
          </a:p>
        </p:txBody>
      </p:sp>
      <p:sp>
        <p:nvSpPr>
          <p:cNvPr id="35" name="Arrow3"/>
          <p:cNvSpPr/>
          <p:nvPr/>
        </p:nvSpPr>
        <p:spPr>
          <a:xfrm>
            <a:off x="9050000" y="4680000"/>
            <a:ext cx="300000" cy="34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FlowBox4"/>
          <p:cNvSpPr/>
          <p:nvPr/>
        </p:nvSpPr>
        <p:spPr>
          <a:xfrm>
            <a:off x="7600000" y="5100000"/>
            <a:ext cx="3200000" cy="700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Scenario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8" y="1252482"/>
            <a:ext cx="3679371" cy="2314550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Manual Testing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b="1"/>
              <a:t>Scope</a:t>
            </a:r>
          </a:p>
          <a:p>
            <a:pPr lvl="1"/>
            <a:r>
              <a:rPr lang="en-US"/>
              <a:t>Authentication</a:t>
            </a:r>
          </a:p>
          <a:p>
            <a:pPr lvl="1"/>
            <a:r>
              <a:rPr lang="en-US"/>
              <a:t>Policy Inquiry</a:t>
            </a:r>
          </a:p>
          <a:p>
            <a:pPr lvl="1"/>
            <a:r>
              <a:rPr lang="en-US"/>
              <a:t>Benefits Information</a:t>
            </a:r>
          </a:p>
          <a:p>
            <a:pPr lvl="1"/>
            <a:r>
              <a:rPr lang="en-US"/>
              <a:t>Claim Status</a:t>
            </a:r>
          </a:p>
          <a:p>
            <a:pPr lvl="1"/>
            <a:r>
              <a:rPr lang="en-US"/>
              <a:t>New Claim</a:t>
            </a:r>
          </a:p>
          <a:p>
            <a:pPr lvl="1"/>
            <a:r>
              <a:rPr lang="en-US"/>
              <a:t>Policy Renewal</a:t>
            </a:r>
          </a:p>
          <a:p>
            <a:pPr lvl="1"/>
            <a:r>
              <a:rPr lang="en-US"/>
              <a:t>Agent Escalation</a:t>
            </a:r>
          </a:p>
          <a:p>
            <a:pPr lvl="1"/>
            <a:r>
              <a:rPr lang="en-US"/>
              <a:t>Edge Cases</a:t>
            </a:r>
          </a:p>
        </p:txBody>
      </p:sp>
      <p:sp>
        <p:nvSpPr>
          <p:cNvPr id="12" name="ResultBox"/>
          <p:cNvSpPr/>
          <p:nvPr/>
        </p:nvSpPr>
        <p:spPr>
          <a:xfrm>
            <a:off x="619191" y="2834432"/>
            <a:ext cx="3355383" cy="2314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>
                <a:schemeClr val="tx2"/>
              </a:buClr>
            </a:pPr>
            <a:r>
              <a:rPr lang="en-US" sz="1700" b="1">
                <a:solidFill>
                  <a:schemeClr val="bg1"/>
                </a:solidFill>
              </a:rPr>
              <a:t>Result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>
                <a:schemeClr val="tx2"/>
              </a:buClr>
            </a:pPr>
            <a:r>
              <a:rPr lang="en-US" sz="1700">
                <a:solidFill>
                  <a:schemeClr val="bg1"/>
                </a:solidFill>
              </a:rPr>
              <a:t>✓ All functional test cases executed successfully.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>
                <a:schemeClr val="tx2"/>
              </a:buClr>
            </a:pPr>
            <a:r>
              <a:rPr lang="en-US" sz="1700">
                <a:solidFill>
                  <a:schemeClr val="bg1"/>
                </a:solidFill>
              </a:rPr>
              <a:t>✓ Conversation flows behaved as expected.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>
                <a:schemeClr val="tx2"/>
              </a:buClr>
            </a:pPr>
            <a:r>
              <a:rPr lang="en-US" sz="1700">
                <a:solidFill>
                  <a:schemeClr val="bg1"/>
                </a:solidFill>
              </a:rPr>
              <a:t>✓ Audio interactions were also validated successfully.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>
                <a:schemeClr val="tx2"/>
              </a:buClr>
            </a:pPr>
            <a:endParaRPr lang="en-US" sz="1700" i="1">
              <a:solidFill>
                <a:schemeClr val="bg1"/>
              </a:solidFill>
            </a:endParaRPr>
          </a:p>
        </p:txBody>
      </p:sp>
      <p:pic>
        <p:nvPicPr>
          <p:cNvPr id="3074" name="Picture 2" descr="Retrieved image">
            <a:extLst>
              <a:ext uri="{FF2B5EF4-FFF2-40B4-BE49-F238E27FC236}">
                <a16:creationId xmlns:a16="http://schemas.microsoft.com/office/drawing/2014/main" id="{EBDB9751-7B50-E85D-3DFF-4C1EF02BA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200" y="2409757"/>
            <a:ext cx="3171381" cy="354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>
                <a:solidFill>
                  <a:schemeClr val="tx1"/>
                </a:solidFill>
              </a:rPr>
              <a:t>Week 2 QA Testing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/>
              <a:t>Golden Evaluation</a:t>
            </a:r>
          </a:p>
        </p:txBody>
      </p:sp>
      <p:sp>
        <p:nvSpPr>
          <p:cNvPr id="14" name="Text Placeholder 13a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7" name="Text Placeholder 13b"/>
          <p:cNvSpPr>
            <a:spLocks noGrp="1"/>
          </p:cNvSpPr>
          <p:nvPr>
            <p:ph type="body" sz="quarter" idx="16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9" name="Text Placeholder 5a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algn="ctr"/>
            <a:r>
              <a:rPr lang="en-US"/>
              <a:t>Total Evaluations</a:t>
            </a:r>
          </a:p>
        </p:txBody>
      </p:sp>
      <p:sp>
        <p:nvSpPr>
          <p:cNvPr id="20" name="Text Placeholder 5b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ctr"/>
            <a:r>
              <a:rPr lang="en-US"/>
              <a:t>Passed</a:t>
            </a:r>
          </a:p>
        </p:txBody>
      </p:sp>
      <p:sp>
        <p:nvSpPr>
          <p:cNvPr id="21" name="Text Placeholder 5c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ctr"/>
            <a:r>
              <a:rPr lang="en-US"/>
              <a:t>Failed</a:t>
            </a:r>
          </a:p>
        </p:txBody>
      </p:sp>
      <p:sp>
        <p:nvSpPr>
          <p:cNvPr id="22" name="Text Placeholder 10a"/>
          <p:cNvSpPr>
            <a:spLocks noGrp="1"/>
          </p:cNvSpPr>
          <p:nvPr>
            <p:ph type="body" sz="quarter" idx="21"/>
          </p:nvPr>
        </p:nvSpPr>
        <p:spPr>
          <a:xfrm>
            <a:off x="457199" y="4053907"/>
            <a:ext cx="9027764" cy="227246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0"/>
              <a:t>Objective: Evaluate chatbot responses against predefined golden conversations.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b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0"/>
              <a:t>Metrics: Semantic Similarity, Tool Correctness, Hallucination, Response Quality.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b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0"/>
              <a:t>Testing was executed multiple times; after resolving identified issues, the chatbot showed significant improvement and overall success rate compared to earlier executions.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1E020-D9D4-364A-A0A1-1D6268F98C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Calibri Light"/>
                <a:cs typeface="Calibri Light"/>
              </a:rPr>
              <a:t>            0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983"/>
            <a:ext cx="3679371" cy="1649186"/>
          </a:xfrm>
        </p:spPr>
        <p:txBody>
          <a:bodyPr anchor="t">
            <a:normAutofit/>
          </a:bodyPr>
          <a:lstStyle/>
          <a:p>
            <a:r>
              <a:rPr lang="en-US"/>
              <a:t>Scenario-Based Evaluation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125" cy="2552700"/>
          </a:xfrm>
        </p:spPr>
        <p:txBody>
          <a:bodyPr>
            <a:normAutofit/>
          </a:bodyPr>
          <a:lstStyle/>
          <a:p>
            <a:pPr marL="236537" lvl="1" indent="0">
              <a:lnSpc>
                <a:spcPct val="200000"/>
              </a:lnSpc>
              <a:buNone/>
            </a:pPr>
            <a:r>
              <a:rPr lang="en-US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</a:p>
          <a:p>
            <a:pPr lvl="1"/>
            <a:r>
              <a:rPr lang="en-US" sz="1800"/>
              <a:t>Validate complete user journeys using business scenarios.</a:t>
            </a:r>
          </a:p>
          <a:p>
            <a:pPr lvl="1"/>
            <a:endParaRPr lang="en-US" sz="1600"/>
          </a:p>
          <a:p>
            <a:pPr lvl="1"/>
            <a:endParaRPr lang="en-US" sz="1500"/>
          </a:p>
        </p:txBody>
      </p:sp>
      <p:graphicFrame>
        <p:nvGraphicFramePr>
          <p:cNvPr id="13" name="Text Placeholder 10">
            <a:extLst>
              <a:ext uri="{FF2B5EF4-FFF2-40B4-BE49-F238E27FC236}">
                <a16:creationId xmlns:a16="http://schemas.microsoft.com/office/drawing/2014/main" id="{7FE67314-7725-EDC2-546B-F456E63B22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211322"/>
              </p:ext>
            </p:extLst>
          </p:nvPr>
        </p:nvGraphicFramePr>
        <p:xfrm>
          <a:off x="4991827" y="1571698"/>
          <a:ext cx="6476919" cy="4085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>
            <a:normAutofit/>
          </a:bodyPr>
          <a:lstStyle/>
          <a:p>
            <a:r>
              <a:rPr lang="en-US"/>
              <a:t>Challenges Faced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rmAutofit/>
          </a:bodyPr>
          <a:lstStyle/>
          <a:p>
            <a:pPr lvl="0"/>
            <a:r>
              <a:rPr lang="en-US"/>
              <a:t>During testing, several challenges were identified.</a:t>
            </a:r>
          </a:p>
          <a:p>
            <a:pPr lvl="1"/>
            <a:r>
              <a:rPr lang="en-US"/>
              <a:t>Fine-tuning evaluation prompts for Scenario-Based Testing.</a:t>
            </a:r>
          </a:p>
          <a:p>
            <a:pPr lvl="1"/>
            <a:r>
              <a:rPr lang="en-US"/>
              <a:t>Aligning user goals with expected evaluation criteria.</a:t>
            </a:r>
          </a:p>
          <a:p>
            <a:pPr lvl="1"/>
            <a:r>
              <a:rPr lang="en-US"/>
              <a:t>Handling complex onboarding scenarios.</a:t>
            </a:r>
          </a:p>
          <a:p>
            <a:pPr lvl="1"/>
            <a:r>
              <a:rPr lang="en-US"/>
              <a:t>Improving response consistency.</a:t>
            </a:r>
          </a:p>
          <a:p>
            <a:pPr lvl="1"/>
            <a:r>
              <a:rPr lang="en-US"/>
              <a:t>Optimizing tool invocation and workflow execution.</a:t>
            </a:r>
          </a:p>
        </p:txBody>
      </p:sp>
      <p:pic>
        <p:nvPicPr>
          <p:cNvPr id="4098" name="Picture 2" descr="Retrieved image">
            <a:extLst>
              <a:ext uri="{FF2B5EF4-FFF2-40B4-BE49-F238E27FC236}">
                <a16:creationId xmlns:a16="http://schemas.microsoft.com/office/drawing/2014/main" id="{B5F26727-B7E1-DF84-5A84-B929E11CB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5"/>
          <a:stretch>
            <a:fillRect/>
          </a:stretch>
        </p:blipFill>
        <p:spPr bwMode="auto">
          <a:xfrm>
            <a:off x="0" y="1211580"/>
            <a:ext cx="4434840" cy="4361906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>
            <a:normAutofit/>
          </a:bodyPr>
          <a:lstStyle/>
          <a:p>
            <a:r>
              <a:rPr lang="en-US" sz="4000" b="1"/>
              <a:t>Next Steps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DCFDF03D-C8A5-057E-C097-5E6AAD97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©2023 Exl Service Holdings, Inc.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E5C8BD1-D3F9-E735-984C-00237CDC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/>
          <a:lstStyle/>
          <a:p>
            <a:pPr>
              <a:spcAft>
                <a:spcPts val="600"/>
              </a:spcAft>
            </a:pPr>
            <a:fld id="{CCA08CA8-4222-D24F-ACDB-33341C247B6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13" name="Text Placeholder 10">
            <a:extLst>
              <a:ext uri="{FF2B5EF4-FFF2-40B4-BE49-F238E27FC236}">
                <a16:creationId xmlns:a16="http://schemas.microsoft.com/office/drawing/2014/main" id="{464BAB7C-7475-CE53-C6A6-2A9AF40FB7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687077"/>
              </p:ext>
            </p:extLst>
          </p:nvPr>
        </p:nvGraphicFramePr>
        <p:xfrm>
          <a:off x="819150" y="1320801"/>
          <a:ext cx="10420350" cy="4698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2BD20-2A0A-A401-CB4C-36BE4DDE047A}"/>
              </a:ext>
            </a:extLst>
          </p:cNvPr>
          <p:cNvSpPr txBox="1"/>
          <p:nvPr/>
        </p:nvSpPr>
        <p:spPr>
          <a:xfrm>
            <a:off x="4356837" y="2921168"/>
            <a:ext cx="34783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64749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40C86A77-36BE-AB4C-BCEB-94190E175079}" vid="{93B81DE6-FE54-754D-BAE1-A8D87FD4031E}"/>
    </a:ext>
  </a:extLst>
</a:theme>
</file>

<file path=ppt/theme/theme2.xml><?xml version="1.0" encoding="utf-8"?>
<a:theme xmlns:a="http://schemas.openxmlformats.org/drawingml/2006/main" name="14_Office Theme">
  <a:themeElements>
    <a:clrScheme name="EXL 3">
      <a:dk1>
        <a:srgbClr val="FB4D0A"/>
      </a:dk1>
      <a:lt1>
        <a:srgbClr val="FFFFFF"/>
      </a:lt1>
      <a:dk2>
        <a:srgbClr val="000000"/>
      </a:dk2>
      <a:lt2>
        <a:srgbClr val="FFFFFF"/>
      </a:lt2>
      <a:accent1>
        <a:srgbClr val="FB4E0B"/>
      </a:accent1>
      <a:accent2>
        <a:srgbClr val="414141"/>
      </a:accent2>
      <a:accent3>
        <a:srgbClr val="808080"/>
      </a:accent3>
      <a:accent4>
        <a:srgbClr val="ABABAB"/>
      </a:accent4>
      <a:accent5>
        <a:srgbClr val="DBDBDB"/>
      </a:accent5>
      <a:accent6>
        <a:srgbClr val="E6E6E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34DE2A3-98C4-4033-AA3B-B8C4C44BE503}" vid="{B08FF550-AA44-4A78-8574-F606066281A2}"/>
    </a:ext>
  </a:extLst>
</a:theme>
</file>

<file path=ppt/theme/theme3.xml><?xml version="1.0" encoding="utf-8"?>
<a:theme xmlns:a="http://schemas.openxmlformats.org/drawingml/2006/main" name="3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40C86A77-36BE-AB4C-BCEB-94190E175079}" vid="{93B81DE6-FE54-754D-BAE1-A8D87FD4031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Application>Microsoft Office PowerPoint</Application>
  <PresentationFormat>Widescreen</PresentationFormat>
  <Slides>16</Slides>
  <Notes>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1_Office Theme</vt:lpstr>
      <vt:lpstr>14_Office Theme</vt:lpstr>
      <vt:lpstr>3_Office Theme</vt:lpstr>
      <vt:lpstr>Conversational AI Voice Agent – Insurance Use Case  (Policy &amp; Claims Services)</vt:lpstr>
      <vt:lpstr>Week 1 Summary</vt:lpstr>
      <vt:lpstr>Week 2 Objectives</vt:lpstr>
      <vt:lpstr>Edge Case Design  To improve chatbot reliability, multiple edge cases were designed for different business scenarios. </vt:lpstr>
      <vt:lpstr>Retry &amp; Fallback Strategy</vt:lpstr>
      <vt:lpstr>Callbacks</vt:lpstr>
      <vt:lpstr>New Agent- Update Details</vt:lpstr>
      <vt:lpstr>Multi-Policy Handling</vt:lpstr>
      <vt:lpstr>Human Agent Escalation</vt:lpstr>
      <vt:lpstr>Testing Strategy</vt:lpstr>
      <vt:lpstr>Manual Testing</vt:lpstr>
      <vt:lpstr>Golden Evaluation</vt:lpstr>
      <vt:lpstr>Scenario-Based Evaluation</vt:lpstr>
      <vt:lpstr>Challenges Faced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Geoffrey Doran</dc:creator>
  <cp:revision>1</cp:revision>
  <dcterms:created xsi:type="dcterms:W3CDTF">2025-02-17T15:33:14Z</dcterms:created>
  <dcterms:modified xsi:type="dcterms:W3CDTF">2026-07-06T09:14:51Z</dcterms:modified>
</cp:coreProperties>
</file>